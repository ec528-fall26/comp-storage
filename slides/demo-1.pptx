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990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670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2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Computational Storage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7700" y="3746500"/>
            <a:ext cx="1093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dirty="0">
                <a:solidFill>
                  <a:srgbClr val="5865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Aakash, Harshada, Ivan, Jeehan, Mason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3700"/>
            <a:ext cx="1097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computational storage?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22300" y="1092200"/>
            <a:ext cx="1092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5865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DROID and robot learning</a:t>
            </a:r>
            <a:endParaRPr lang="en-US" sz="1700" dirty="0"/>
          </a:p>
        </p:txBody>
      </p:sp>
      <p:pic>
        <p:nvPicPr>
          <p:cNvPr id="4" name="Image 0" descr="/Users/aakash/Documents/Programming/Learning/EC528/slides-draft/assets/244003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05000"/>
            <a:ext cx="7620000" cy="4286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99500" y="1943100"/>
            <a:ext cx="2882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5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DROID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8648700" y="2921000"/>
            <a:ext cx="2933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300" dirty="0">
                <a:solidFill>
                  <a:srgbClr val="0F62FE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76,000</a:t>
            </a:r>
            <a:endParaRPr lang="en-US" sz="5300" dirty="0"/>
          </a:p>
        </p:txBody>
      </p:sp>
      <p:sp>
        <p:nvSpPr>
          <p:cNvPr id="7" name="Text 4"/>
          <p:cNvSpPr/>
          <p:nvPr/>
        </p:nvSpPr>
        <p:spPr>
          <a:xfrm>
            <a:off x="8712200" y="3797300"/>
            <a:ext cx="287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demonstrations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99500" y="4343400"/>
            <a:ext cx="2882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8.7 TB raw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712200" y="4826000"/>
            <a:ext cx="287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USED 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99500" y="5219700"/>
            <a:ext cx="28829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π0.5-DROID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699500" y="5740400"/>
            <a:ext cx="28829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GR00T N1.6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3700"/>
            <a:ext cx="1097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computational storage?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22300" y="1092200"/>
            <a:ext cx="1092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5865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Inside one demonstration</a:t>
            </a:r>
            <a:endParaRPr lang="en-US" sz="1700" dirty="0"/>
          </a:p>
        </p:txBody>
      </p:sp>
      <p:pic>
        <p:nvPicPr>
          <p:cNvPr id="4" name="Image 0" descr="/Users/aakash/Documents/Programming/Learning/EC528/slides-draft/assets/220087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90700"/>
            <a:ext cx="3556000" cy="2000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39497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EXTERIOR 1</a:t>
            </a:r>
            <a:endParaRPr lang="en-US" sz="1300" dirty="0"/>
          </a:p>
        </p:txBody>
      </p:sp>
      <p:pic>
        <p:nvPicPr>
          <p:cNvPr id="6" name="Image 1" descr="/Users/aakash/Documents/Programming/Learning/EC528/slides-draft/assets/2440033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1790700"/>
            <a:ext cx="3556000" cy="2000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18000" y="39497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EXTERIOR 2</a:t>
            </a:r>
            <a:endParaRPr lang="en-US" sz="1300" dirty="0"/>
          </a:p>
        </p:txBody>
      </p:sp>
      <p:pic>
        <p:nvPicPr>
          <p:cNvPr id="8" name="Image 2" descr="/Users/aakash/Documents/Programming/Learning/EC528/slides-draft/assets/1802668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400" y="1790700"/>
            <a:ext cx="3556000" cy="20002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26400" y="39497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WRIST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09600" y="48387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LANGUAGE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09600" y="5295900"/>
            <a:ext cx="4381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Use a cup to pour.</a:t>
            </a:r>
            <a:endParaRPr lang="en-US" sz="2700" dirty="0"/>
          </a:p>
        </p:txBody>
      </p:sp>
      <p:sp>
        <p:nvSpPr>
          <p:cNvPr id="12" name="Text 7"/>
          <p:cNvSpPr/>
          <p:nvPr/>
        </p:nvSpPr>
        <p:spPr>
          <a:xfrm>
            <a:off x="5778500" y="44831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GRIPPER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7416800" y="4635500"/>
            <a:ext cx="30480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7835900" y="4483100"/>
            <a:ext cx="1143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9182100" y="4635500"/>
            <a:ext cx="304800" cy="0"/>
          </a:xfrm>
          <a:prstGeom prst="line">
            <a:avLst/>
          </a:prstGeom>
          <a:noFill/>
          <a:ln w="2540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9601200" y="4483100"/>
            <a:ext cx="1968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Robot state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096000" y="5016500"/>
            <a:ext cx="0" cy="1117600"/>
          </a:xfrm>
          <a:prstGeom prst="line">
            <a:avLst/>
          </a:prstGeom>
          <a:noFill/>
          <a:ln w="1524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096000" y="6134100"/>
            <a:ext cx="5283200" cy="0"/>
          </a:xfrm>
          <a:prstGeom prst="line">
            <a:avLst/>
          </a:prstGeom>
          <a:noFill/>
          <a:ln w="1524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727700" y="60198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5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727700" y="49022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5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096000" y="6134100"/>
            <a:ext cx="0" cy="50800"/>
          </a:xfrm>
          <a:prstGeom prst="line">
            <a:avLst/>
          </a:prstGeom>
          <a:noFill/>
          <a:ln w="1524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918200" y="6248400"/>
            <a:ext cx="40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682261" y="6134100"/>
            <a:ext cx="0" cy="50800"/>
          </a:xfrm>
          <a:prstGeom prst="line">
            <a:avLst/>
          </a:prstGeom>
          <a:noFill/>
          <a:ln w="1524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504461" y="6248400"/>
            <a:ext cx="40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9268521" y="6134100"/>
            <a:ext cx="0" cy="50800"/>
          </a:xfrm>
          <a:prstGeom prst="line">
            <a:avLst/>
          </a:prstGeom>
          <a:noFill/>
          <a:ln w="1524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9090721" y="6248400"/>
            <a:ext cx="40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10854782" y="6134100"/>
            <a:ext cx="0" cy="50800"/>
          </a:xfrm>
          <a:prstGeom prst="line">
            <a:avLst/>
          </a:prstGeom>
          <a:noFill/>
          <a:ln w="1524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10676982" y="6248400"/>
            <a:ext cx="40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10007600" y="6515100"/>
            <a:ext cx="157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 (s)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096000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107262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6118366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129470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6140733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151836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6162940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6174361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6185465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4"/>
          <p:cNvSpPr/>
          <p:nvPr/>
        </p:nvSpPr>
        <p:spPr>
          <a:xfrm>
            <a:off x="6196569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6207673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6"/>
          <p:cNvSpPr/>
          <p:nvPr/>
        </p:nvSpPr>
        <p:spPr>
          <a:xfrm>
            <a:off x="6218777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6229880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8"/>
          <p:cNvSpPr/>
          <p:nvPr/>
        </p:nvSpPr>
        <p:spPr>
          <a:xfrm>
            <a:off x="6241143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9"/>
          <p:cNvSpPr/>
          <p:nvPr/>
        </p:nvSpPr>
        <p:spPr>
          <a:xfrm>
            <a:off x="6252405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6263509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6274613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6285717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3"/>
          <p:cNvSpPr/>
          <p:nvPr/>
        </p:nvSpPr>
        <p:spPr>
          <a:xfrm>
            <a:off x="6296821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4"/>
          <p:cNvSpPr/>
          <p:nvPr/>
        </p:nvSpPr>
        <p:spPr>
          <a:xfrm>
            <a:off x="6307924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5"/>
          <p:cNvSpPr/>
          <p:nvPr/>
        </p:nvSpPr>
        <p:spPr>
          <a:xfrm>
            <a:off x="6319028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6"/>
          <p:cNvSpPr/>
          <p:nvPr/>
        </p:nvSpPr>
        <p:spPr>
          <a:xfrm>
            <a:off x="6330291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7"/>
          <p:cNvSpPr/>
          <p:nvPr/>
        </p:nvSpPr>
        <p:spPr>
          <a:xfrm>
            <a:off x="6341395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8"/>
          <p:cNvSpPr/>
          <p:nvPr/>
        </p:nvSpPr>
        <p:spPr>
          <a:xfrm>
            <a:off x="6352498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9"/>
          <p:cNvSpPr/>
          <p:nvPr/>
        </p:nvSpPr>
        <p:spPr>
          <a:xfrm>
            <a:off x="6363602" y="6134100"/>
            <a:ext cx="10945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6374547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6385651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2"/>
          <p:cNvSpPr/>
          <p:nvPr/>
        </p:nvSpPr>
        <p:spPr>
          <a:xfrm>
            <a:off x="6396755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3"/>
          <p:cNvSpPr/>
          <p:nvPr/>
        </p:nvSpPr>
        <p:spPr>
          <a:xfrm>
            <a:off x="6408017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4"/>
          <p:cNvSpPr/>
          <p:nvPr/>
        </p:nvSpPr>
        <p:spPr>
          <a:xfrm>
            <a:off x="6419121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5"/>
          <p:cNvSpPr/>
          <p:nvPr/>
        </p:nvSpPr>
        <p:spPr>
          <a:xfrm>
            <a:off x="6430384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6"/>
          <p:cNvSpPr/>
          <p:nvPr/>
        </p:nvSpPr>
        <p:spPr>
          <a:xfrm>
            <a:off x="6441488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7"/>
          <p:cNvSpPr/>
          <p:nvPr/>
        </p:nvSpPr>
        <p:spPr>
          <a:xfrm>
            <a:off x="6452591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8"/>
          <p:cNvSpPr/>
          <p:nvPr/>
        </p:nvSpPr>
        <p:spPr>
          <a:xfrm>
            <a:off x="6463695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9"/>
          <p:cNvSpPr/>
          <p:nvPr/>
        </p:nvSpPr>
        <p:spPr>
          <a:xfrm>
            <a:off x="6474799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0"/>
          <p:cNvSpPr/>
          <p:nvPr/>
        </p:nvSpPr>
        <p:spPr>
          <a:xfrm>
            <a:off x="6485903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1"/>
          <p:cNvSpPr/>
          <p:nvPr/>
        </p:nvSpPr>
        <p:spPr>
          <a:xfrm>
            <a:off x="6497007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2"/>
          <p:cNvSpPr/>
          <p:nvPr/>
        </p:nvSpPr>
        <p:spPr>
          <a:xfrm>
            <a:off x="6508111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3"/>
          <p:cNvSpPr/>
          <p:nvPr/>
        </p:nvSpPr>
        <p:spPr>
          <a:xfrm>
            <a:off x="6519373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4"/>
          <p:cNvSpPr/>
          <p:nvPr/>
        </p:nvSpPr>
        <p:spPr>
          <a:xfrm>
            <a:off x="6530635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5"/>
          <p:cNvSpPr/>
          <p:nvPr/>
        </p:nvSpPr>
        <p:spPr>
          <a:xfrm>
            <a:off x="6541739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6"/>
          <p:cNvSpPr/>
          <p:nvPr/>
        </p:nvSpPr>
        <p:spPr>
          <a:xfrm>
            <a:off x="6552843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7"/>
          <p:cNvSpPr/>
          <p:nvPr/>
        </p:nvSpPr>
        <p:spPr>
          <a:xfrm>
            <a:off x="6564106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8"/>
          <p:cNvSpPr/>
          <p:nvPr/>
        </p:nvSpPr>
        <p:spPr>
          <a:xfrm>
            <a:off x="6575368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69"/>
          <p:cNvSpPr/>
          <p:nvPr/>
        </p:nvSpPr>
        <p:spPr>
          <a:xfrm>
            <a:off x="6586472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0"/>
          <p:cNvSpPr/>
          <p:nvPr/>
        </p:nvSpPr>
        <p:spPr>
          <a:xfrm>
            <a:off x="6597734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1"/>
          <p:cNvSpPr/>
          <p:nvPr/>
        </p:nvSpPr>
        <p:spPr>
          <a:xfrm>
            <a:off x="6608997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2"/>
          <p:cNvSpPr/>
          <p:nvPr/>
        </p:nvSpPr>
        <p:spPr>
          <a:xfrm>
            <a:off x="6620259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3"/>
          <p:cNvSpPr/>
          <p:nvPr/>
        </p:nvSpPr>
        <p:spPr>
          <a:xfrm>
            <a:off x="6631680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4"/>
          <p:cNvSpPr/>
          <p:nvPr/>
        </p:nvSpPr>
        <p:spPr>
          <a:xfrm>
            <a:off x="6642943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5"/>
          <p:cNvSpPr/>
          <p:nvPr/>
        </p:nvSpPr>
        <p:spPr>
          <a:xfrm>
            <a:off x="6654364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6"/>
          <p:cNvSpPr/>
          <p:nvPr/>
        </p:nvSpPr>
        <p:spPr>
          <a:xfrm>
            <a:off x="6665785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7"/>
          <p:cNvSpPr/>
          <p:nvPr/>
        </p:nvSpPr>
        <p:spPr>
          <a:xfrm>
            <a:off x="6677047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78"/>
          <p:cNvSpPr/>
          <p:nvPr/>
        </p:nvSpPr>
        <p:spPr>
          <a:xfrm>
            <a:off x="6688151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79"/>
          <p:cNvSpPr/>
          <p:nvPr/>
        </p:nvSpPr>
        <p:spPr>
          <a:xfrm>
            <a:off x="6699414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0"/>
          <p:cNvSpPr/>
          <p:nvPr/>
        </p:nvSpPr>
        <p:spPr>
          <a:xfrm>
            <a:off x="6710676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1"/>
          <p:cNvSpPr/>
          <p:nvPr/>
        </p:nvSpPr>
        <p:spPr>
          <a:xfrm>
            <a:off x="6721938" y="6134100"/>
            <a:ext cx="10945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2"/>
          <p:cNvSpPr/>
          <p:nvPr/>
        </p:nvSpPr>
        <p:spPr>
          <a:xfrm>
            <a:off x="6732884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3"/>
          <p:cNvSpPr/>
          <p:nvPr/>
        </p:nvSpPr>
        <p:spPr>
          <a:xfrm>
            <a:off x="6743988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4"/>
          <p:cNvSpPr/>
          <p:nvPr/>
        </p:nvSpPr>
        <p:spPr>
          <a:xfrm>
            <a:off x="6755250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5"/>
          <p:cNvSpPr/>
          <p:nvPr/>
        </p:nvSpPr>
        <p:spPr>
          <a:xfrm>
            <a:off x="6766354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6"/>
          <p:cNvSpPr/>
          <p:nvPr/>
        </p:nvSpPr>
        <p:spPr>
          <a:xfrm>
            <a:off x="6777458" y="6134100"/>
            <a:ext cx="10945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7"/>
          <p:cNvSpPr/>
          <p:nvPr/>
        </p:nvSpPr>
        <p:spPr>
          <a:xfrm>
            <a:off x="6788403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88"/>
          <p:cNvSpPr/>
          <p:nvPr/>
        </p:nvSpPr>
        <p:spPr>
          <a:xfrm>
            <a:off x="6799665" y="6134100"/>
            <a:ext cx="11738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89"/>
          <p:cNvSpPr/>
          <p:nvPr/>
        </p:nvSpPr>
        <p:spPr>
          <a:xfrm>
            <a:off x="6811404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0"/>
          <p:cNvSpPr/>
          <p:nvPr/>
        </p:nvSpPr>
        <p:spPr>
          <a:xfrm>
            <a:off x="6822507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1"/>
          <p:cNvSpPr/>
          <p:nvPr/>
        </p:nvSpPr>
        <p:spPr>
          <a:xfrm>
            <a:off x="6833928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2"/>
          <p:cNvSpPr/>
          <p:nvPr/>
        </p:nvSpPr>
        <p:spPr>
          <a:xfrm>
            <a:off x="6845191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3"/>
          <p:cNvSpPr/>
          <p:nvPr/>
        </p:nvSpPr>
        <p:spPr>
          <a:xfrm>
            <a:off x="6856453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4"/>
          <p:cNvSpPr/>
          <p:nvPr/>
        </p:nvSpPr>
        <p:spPr>
          <a:xfrm>
            <a:off x="6867716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5"/>
          <p:cNvSpPr/>
          <p:nvPr/>
        </p:nvSpPr>
        <p:spPr>
          <a:xfrm>
            <a:off x="6878978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6"/>
          <p:cNvSpPr/>
          <p:nvPr/>
        </p:nvSpPr>
        <p:spPr>
          <a:xfrm>
            <a:off x="6890399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97"/>
          <p:cNvSpPr/>
          <p:nvPr/>
        </p:nvSpPr>
        <p:spPr>
          <a:xfrm>
            <a:off x="6901662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98"/>
          <p:cNvSpPr/>
          <p:nvPr/>
        </p:nvSpPr>
        <p:spPr>
          <a:xfrm>
            <a:off x="6912766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99"/>
          <p:cNvSpPr/>
          <p:nvPr/>
        </p:nvSpPr>
        <p:spPr>
          <a:xfrm>
            <a:off x="6924028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0"/>
          <p:cNvSpPr/>
          <p:nvPr/>
        </p:nvSpPr>
        <p:spPr>
          <a:xfrm>
            <a:off x="6935291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1"/>
          <p:cNvSpPr/>
          <p:nvPr/>
        </p:nvSpPr>
        <p:spPr>
          <a:xfrm>
            <a:off x="6946553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2"/>
          <p:cNvSpPr/>
          <p:nvPr/>
        </p:nvSpPr>
        <p:spPr>
          <a:xfrm>
            <a:off x="6957815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3"/>
          <p:cNvSpPr/>
          <p:nvPr/>
        </p:nvSpPr>
        <p:spPr>
          <a:xfrm>
            <a:off x="6968919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4"/>
          <p:cNvSpPr/>
          <p:nvPr/>
        </p:nvSpPr>
        <p:spPr>
          <a:xfrm>
            <a:off x="6980182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5"/>
          <p:cNvSpPr/>
          <p:nvPr/>
        </p:nvSpPr>
        <p:spPr>
          <a:xfrm>
            <a:off x="6991286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6"/>
          <p:cNvSpPr/>
          <p:nvPr/>
        </p:nvSpPr>
        <p:spPr>
          <a:xfrm>
            <a:off x="7002548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07"/>
          <p:cNvSpPr/>
          <p:nvPr/>
        </p:nvSpPr>
        <p:spPr>
          <a:xfrm>
            <a:off x="7013810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08"/>
          <p:cNvSpPr/>
          <p:nvPr/>
        </p:nvSpPr>
        <p:spPr>
          <a:xfrm>
            <a:off x="7025232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09"/>
          <p:cNvSpPr/>
          <p:nvPr/>
        </p:nvSpPr>
        <p:spPr>
          <a:xfrm>
            <a:off x="7036335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0"/>
          <p:cNvSpPr/>
          <p:nvPr/>
        </p:nvSpPr>
        <p:spPr>
          <a:xfrm>
            <a:off x="7047756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1"/>
          <p:cNvSpPr/>
          <p:nvPr/>
        </p:nvSpPr>
        <p:spPr>
          <a:xfrm>
            <a:off x="7059019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2"/>
          <p:cNvSpPr/>
          <p:nvPr/>
        </p:nvSpPr>
        <p:spPr>
          <a:xfrm>
            <a:off x="7070123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3"/>
          <p:cNvSpPr/>
          <p:nvPr/>
        </p:nvSpPr>
        <p:spPr>
          <a:xfrm>
            <a:off x="7081385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4"/>
          <p:cNvSpPr/>
          <p:nvPr/>
        </p:nvSpPr>
        <p:spPr>
          <a:xfrm>
            <a:off x="7092489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5"/>
          <p:cNvSpPr/>
          <p:nvPr/>
        </p:nvSpPr>
        <p:spPr>
          <a:xfrm>
            <a:off x="7103751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6"/>
          <p:cNvSpPr/>
          <p:nvPr/>
        </p:nvSpPr>
        <p:spPr>
          <a:xfrm>
            <a:off x="7114855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17"/>
          <p:cNvSpPr/>
          <p:nvPr/>
        </p:nvSpPr>
        <p:spPr>
          <a:xfrm>
            <a:off x="7126118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18"/>
          <p:cNvSpPr/>
          <p:nvPr/>
        </p:nvSpPr>
        <p:spPr>
          <a:xfrm>
            <a:off x="7137539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19"/>
          <p:cNvSpPr/>
          <p:nvPr/>
        </p:nvSpPr>
        <p:spPr>
          <a:xfrm>
            <a:off x="7148643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0"/>
          <p:cNvSpPr/>
          <p:nvPr/>
        </p:nvSpPr>
        <p:spPr>
          <a:xfrm>
            <a:off x="7159746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1"/>
          <p:cNvSpPr/>
          <p:nvPr/>
        </p:nvSpPr>
        <p:spPr>
          <a:xfrm>
            <a:off x="7170850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2"/>
          <p:cNvSpPr/>
          <p:nvPr/>
        </p:nvSpPr>
        <p:spPr>
          <a:xfrm>
            <a:off x="7182271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3"/>
          <p:cNvSpPr/>
          <p:nvPr/>
        </p:nvSpPr>
        <p:spPr>
          <a:xfrm>
            <a:off x="7193534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4"/>
          <p:cNvSpPr/>
          <p:nvPr/>
        </p:nvSpPr>
        <p:spPr>
          <a:xfrm>
            <a:off x="7204638" y="6134100"/>
            <a:ext cx="11580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5"/>
          <p:cNvSpPr/>
          <p:nvPr/>
        </p:nvSpPr>
        <p:spPr>
          <a:xfrm>
            <a:off x="7216217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6"/>
          <p:cNvSpPr/>
          <p:nvPr/>
        </p:nvSpPr>
        <p:spPr>
          <a:xfrm>
            <a:off x="7227480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27"/>
          <p:cNvSpPr/>
          <p:nvPr/>
        </p:nvSpPr>
        <p:spPr>
          <a:xfrm>
            <a:off x="7238584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28"/>
          <p:cNvSpPr/>
          <p:nvPr/>
        </p:nvSpPr>
        <p:spPr>
          <a:xfrm>
            <a:off x="7249846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29"/>
          <p:cNvSpPr/>
          <p:nvPr/>
        </p:nvSpPr>
        <p:spPr>
          <a:xfrm>
            <a:off x="7260950" y="6134100"/>
            <a:ext cx="11580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0"/>
          <p:cNvSpPr/>
          <p:nvPr/>
        </p:nvSpPr>
        <p:spPr>
          <a:xfrm>
            <a:off x="7272530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1"/>
          <p:cNvSpPr/>
          <p:nvPr/>
        </p:nvSpPr>
        <p:spPr>
          <a:xfrm>
            <a:off x="7283792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2"/>
          <p:cNvSpPr/>
          <p:nvPr/>
        </p:nvSpPr>
        <p:spPr>
          <a:xfrm>
            <a:off x="7295054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3"/>
          <p:cNvSpPr/>
          <p:nvPr/>
        </p:nvSpPr>
        <p:spPr>
          <a:xfrm>
            <a:off x="7306476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4"/>
          <p:cNvSpPr/>
          <p:nvPr/>
        </p:nvSpPr>
        <p:spPr>
          <a:xfrm>
            <a:off x="7317738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5"/>
          <p:cNvSpPr/>
          <p:nvPr/>
        </p:nvSpPr>
        <p:spPr>
          <a:xfrm>
            <a:off x="7329000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6"/>
          <p:cNvSpPr/>
          <p:nvPr/>
        </p:nvSpPr>
        <p:spPr>
          <a:xfrm>
            <a:off x="7340104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37"/>
          <p:cNvSpPr/>
          <p:nvPr/>
        </p:nvSpPr>
        <p:spPr>
          <a:xfrm>
            <a:off x="7351525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38"/>
          <p:cNvSpPr/>
          <p:nvPr/>
        </p:nvSpPr>
        <p:spPr>
          <a:xfrm>
            <a:off x="7362788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39"/>
          <p:cNvSpPr/>
          <p:nvPr/>
        </p:nvSpPr>
        <p:spPr>
          <a:xfrm>
            <a:off x="7373892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0"/>
          <p:cNvSpPr/>
          <p:nvPr/>
        </p:nvSpPr>
        <p:spPr>
          <a:xfrm>
            <a:off x="7385154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1"/>
          <p:cNvSpPr/>
          <p:nvPr/>
        </p:nvSpPr>
        <p:spPr>
          <a:xfrm>
            <a:off x="7396417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2"/>
          <p:cNvSpPr/>
          <p:nvPr/>
        </p:nvSpPr>
        <p:spPr>
          <a:xfrm>
            <a:off x="7407679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3"/>
          <p:cNvSpPr/>
          <p:nvPr/>
        </p:nvSpPr>
        <p:spPr>
          <a:xfrm>
            <a:off x="7418783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4"/>
          <p:cNvSpPr/>
          <p:nvPr/>
        </p:nvSpPr>
        <p:spPr>
          <a:xfrm>
            <a:off x="7430204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5"/>
          <p:cNvSpPr/>
          <p:nvPr/>
        </p:nvSpPr>
        <p:spPr>
          <a:xfrm>
            <a:off x="7441308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6"/>
          <p:cNvSpPr/>
          <p:nvPr/>
        </p:nvSpPr>
        <p:spPr>
          <a:xfrm>
            <a:off x="7452570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47"/>
          <p:cNvSpPr/>
          <p:nvPr/>
        </p:nvSpPr>
        <p:spPr>
          <a:xfrm>
            <a:off x="7463833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48"/>
          <p:cNvSpPr/>
          <p:nvPr/>
        </p:nvSpPr>
        <p:spPr>
          <a:xfrm>
            <a:off x="7475254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49"/>
          <p:cNvSpPr/>
          <p:nvPr/>
        </p:nvSpPr>
        <p:spPr>
          <a:xfrm>
            <a:off x="7486516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0"/>
          <p:cNvSpPr/>
          <p:nvPr/>
        </p:nvSpPr>
        <p:spPr>
          <a:xfrm>
            <a:off x="7497620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1"/>
          <p:cNvSpPr/>
          <p:nvPr/>
        </p:nvSpPr>
        <p:spPr>
          <a:xfrm>
            <a:off x="7508882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2"/>
          <p:cNvSpPr/>
          <p:nvPr/>
        </p:nvSpPr>
        <p:spPr>
          <a:xfrm>
            <a:off x="7520304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3"/>
          <p:cNvSpPr/>
          <p:nvPr/>
        </p:nvSpPr>
        <p:spPr>
          <a:xfrm>
            <a:off x="7531407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4"/>
          <p:cNvSpPr/>
          <p:nvPr/>
        </p:nvSpPr>
        <p:spPr>
          <a:xfrm>
            <a:off x="7542511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5"/>
          <p:cNvSpPr/>
          <p:nvPr/>
        </p:nvSpPr>
        <p:spPr>
          <a:xfrm>
            <a:off x="7553615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6"/>
          <p:cNvSpPr/>
          <p:nvPr/>
        </p:nvSpPr>
        <p:spPr>
          <a:xfrm>
            <a:off x="7565036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57"/>
          <p:cNvSpPr/>
          <p:nvPr/>
        </p:nvSpPr>
        <p:spPr>
          <a:xfrm>
            <a:off x="7576140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58"/>
          <p:cNvSpPr/>
          <p:nvPr/>
        </p:nvSpPr>
        <p:spPr>
          <a:xfrm>
            <a:off x="7587402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59"/>
          <p:cNvSpPr/>
          <p:nvPr/>
        </p:nvSpPr>
        <p:spPr>
          <a:xfrm>
            <a:off x="7598665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0"/>
          <p:cNvSpPr/>
          <p:nvPr/>
        </p:nvSpPr>
        <p:spPr>
          <a:xfrm>
            <a:off x="7609927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1"/>
          <p:cNvSpPr/>
          <p:nvPr/>
        </p:nvSpPr>
        <p:spPr>
          <a:xfrm>
            <a:off x="7621190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2"/>
          <p:cNvSpPr/>
          <p:nvPr/>
        </p:nvSpPr>
        <p:spPr>
          <a:xfrm>
            <a:off x="7632452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3"/>
          <p:cNvSpPr/>
          <p:nvPr/>
        </p:nvSpPr>
        <p:spPr>
          <a:xfrm flipV="1">
            <a:off x="7643873" y="5978946"/>
            <a:ext cx="11262" cy="15515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4"/>
          <p:cNvSpPr/>
          <p:nvPr/>
        </p:nvSpPr>
        <p:spPr>
          <a:xfrm flipV="1">
            <a:off x="7655136" y="5825160"/>
            <a:ext cx="11262" cy="153786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5"/>
          <p:cNvSpPr/>
          <p:nvPr/>
        </p:nvSpPr>
        <p:spPr>
          <a:xfrm flipV="1">
            <a:off x="7666398" y="5751310"/>
            <a:ext cx="11262" cy="7385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6"/>
          <p:cNvSpPr/>
          <p:nvPr/>
        </p:nvSpPr>
        <p:spPr>
          <a:xfrm flipV="1">
            <a:off x="7677661" y="5642996"/>
            <a:ext cx="11262" cy="1083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67"/>
          <p:cNvSpPr/>
          <p:nvPr/>
        </p:nvSpPr>
        <p:spPr>
          <a:xfrm flipV="1">
            <a:off x="7688923" y="5559299"/>
            <a:ext cx="11104" cy="8369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68"/>
          <p:cNvSpPr/>
          <p:nvPr/>
        </p:nvSpPr>
        <p:spPr>
          <a:xfrm flipV="1">
            <a:off x="7700027" y="5480526"/>
            <a:ext cx="11104" cy="7877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69"/>
          <p:cNvSpPr/>
          <p:nvPr/>
        </p:nvSpPr>
        <p:spPr>
          <a:xfrm flipV="1">
            <a:off x="7711131" y="5386982"/>
            <a:ext cx="11104" cy="9354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0"/>
          <p:cNvSpPr/>
          <p:nvPr/>
        </p:nvSpPr>
        <p:spPr>
          <a:xfrm flipV="1">
            <a:off x="7722235" y="5308208"/>
            <a:ext cx="11104" cy="7877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1"/>
          <p:cNvSpPr/>
          <p:nvPr/>
        </p:nvSpPr>
        <p:spPr>
          <a:xfrm flipV="1">
            <a:off x="7733338" y="5234358"/>
            <a:ext cx="11262" cy="7385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2"/>
          <p:cNvSpPr/>
          <p:nvPr/>
        </p:nvSpPr>
        <p:spPr>
          <a:xfrm flipV="1">
            <a:off x="7744601" y="5135891"/>
            <a:ext cx="11104" cy="9846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3"/>
          <p:cNvSpPr/>
          <p:nvPr/>
        </p:nvSpPr>
        <p:spPr>
          <a:xfrm flipV="1">
            <a:off x="7755705" y="5104573"/>
            <a:ext cx="11104" cy="31318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4"/>
          <p:cNvSpPr/>
          <p:nvPr/>
        </p:nvSpPr>
        <p:spPr>
          <a:xfrm flipV="1">
            <a:off x="7766808" y="5061494"/>
            <a:ext cx="11104" cy="4307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5"/>
          <p:cNvSpPr/>
          <p:nvPr/>
        </p:nvSpPr>
        <p:spPr>
          <a:xfrm>
            <a:off x="7777912" y="5061494"/>
            <a:ext cx="11262" cy="1432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6"/>
          <p:cNvSpPr/>
          <p:nvPr/>
        </p:nvSpPr>
        <p:spPr>
          <a:xfrm flipV="1">
            <a:off x="7789175" y="5027841"/>
            <a:ext cx="11580" cy="35086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77"/>
          <p:cNvSpPr/>
          <p:nvPr/>
        </p:nvSpPr>
        <p:spPr>
          <a:xfrm>
            <a:off x="7800754" y="5027841"/>
            <a:ext cx="11262" cy="80392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78"/>
          <p:cNvSpPr/>
          <p:nvPr/>
        </p:nvSpPr>
        <p:spPr>
          <a:xfrm>
            <a:off x="7812017" y="5108233"/>
            <a:ext cx="11104" cy="251671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79"/>
          <p:cNvSpPr/>
          <p:nvPr/>
        </p:nvSpPr>
        <p:spPr>
          <a:xfrm>
            <a:off x="7823121" y="5359904"/>
            <a:ext cx="11104" cy="2461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0"/>
          <p:cNvSpPr/>
          <p:nvPr/>
        </p:nvSpPr>
        <p:spPr>
          <a:xfrm>
            <a:off x="7834225" y="5384520"/>
            <a:ext cx="11262" cy="1477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1"/>
          <p:cNvSpPr/>
          <p:nvPr/>
        </p:nvSpPr>
        <p:spPr>
          <a:xfrm>
            <a:off x="7845487" y="5399290"/>
            <a:ext cx="11104" cy="7877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2"/>
          <p:cNvSpPr/>
          <p:nvPr/>
        </p:nvSpPr>
        <p:spPr>
          <a:xfrm>
            <a:off x="7856591" y="5478064"/>
            <a:ext cx="11262" cy="7877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3"/>
          <p:cNvSpPr/>
          <p:nvPr/>
        </p:nvSpPr>
        <p:spPr>
          <a:xfrm>
            <a:off x="7867853" y="5556837"/>
            <a:ext cx="11262" cy="7877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4"/>
          <p:cNvSpPr/>
          <p:nvPr/>
        </p:nvSpPr>
        <p:spPr>
          <a:xfrm>
            <a:off x="7879116" y="5635611"/>
            <a:ext cx="11262" cy="9846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5"/>
          <p:cNvSpPr/>
          <p:nvPr/>
        </p:nvSpPr>
        <p:spPr>
          <a:xfrm>
            <a:off x="7890378" y="5734078"/>
            <a:ext cx="11262" cy="7877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6"/>
          <p:cNvSpPr/>
          <p:nvPr/>
        </p:nvSpPr>
        <p:spPr>
          <a:xfrm>
            <a:off x="7901641" y="5812852"/>
            <a:ext cx="11421" cy="9846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87"/>
          <p:cNvSpPr/>
          <p:nvPr/>
        </p:nvSpPr>
        <p:spPr>
          <a:xfrm>
            <a:off x="7913062" y="5911319"/>
            <a:ext cx="11262" cy="7385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88"/>
          <p:cNvSpPr/>
          <p:nvPr/>
        </p:nvSpPr>
        <p:spPr>
          <a:xfrm>
            <a:off x="7924324" y="5985169"/>
            <a:ext cx="11262" cy="9354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89"/>
          <p:cNvSpPr/>
          <p:nvPr/>
        </p:nvSpPr>
        <p:spPr>
          <a:xfrm>
            <a:off x="7935587" y="6078712"/>
            <a:ext cx="11262" cy="45541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0"/>
          <p:cNvSpPr/>
          <p:nvPr/>
        </p:nvSpPr>
        <p:spPr>
          <a:xfrm>
            <a:off x="7946849" y="6124253"/>
            <a:ext cx="11262" cy="984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1"/>
          <p:cNvSpPr/>
          <p:nvPr/>
        </p:nvSpPr>
        <p:spPr>
          <a:xfrm>
            <a:off x="7958111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2"/>
          <p:cNvSpPr/>
          <p:nvPr/>
        </p:nvSpPr>
        <p:spPr>
          <a:xfrm>
            <a:off x="7969374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3"/>
          <p:cNvSpPr/>
          <p:nvPr/>
        </p:nvSpPr>
        <p:spPr>
          <a:xfrm>
            <a:off x="7980478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4"/>
          <p:cNvSpPr/>
          <p:nvPr/>
        </p:nvSpPr>
        <p:spPr>
          <a:xfrm>
            <a:off x="7991582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5"/>
          <p:cNvSpPr/>
          <p:nvPr/>
        </p:nvSpPr>
        <p:spPr>
          <a:xfrm>
            <a:off x="8002844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6"/>
          <p:cNvSpPr/>
          <p:nvPr/>
        </p:nvSpPr>
        <p:spPr>
          <a:xfrm>
            <a:off x="8014106" y="613410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197"/>
          <p:cNvSpPr/>
          <p:nvPr/>
        </p:nvSpPr>
        <p:spPr>
          <a:xfrm>
            <a:off x="8025528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198"/>
          <p:cNvSpPr/>
          <p:nvPr/>
        </p:nvSpPr>
        <p:spPr>
          <a:xfrm>
            <a:off x="8036790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199"/>
          <p:cNvSpPr/>
          <p:nvPr/>
        </p:nvSpPr>
        <p:spPr>
          <a:xfrm flipV="1">
            <a:off x="8047894" y="6118953"/>
            <a:ext cx="11262" cy="1514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0"/>
          <p:cNvSpPr/>
          <p:nvPr/>
        </p:nvSpPr>
        <p:spPr>
          <a:xfrm flipV="1">
            <a:off x="8059156" y="5845047"/>
            <a:ext cx="11104" cy="2739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1"/>
          <p:cNvSpPr/>
          <p:nvPr/>
        </p:nvSpPr>
        <p:spPr>
          <a:xfrm flipV="1">
            <a:off x="8070260" y="5839930"/>
            <a:ext cx="11262" cy="511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2"/>
          <p:cNvSpPr/>
          <p:nvPr/>
        </p:nvSpPr>
        <p:spPr>
          <a:xfrm flipV="1">
            <a:off x="8081523" y="5771003"/>
            <a:ext cx="11104" cy="6892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3"/>
          <p:cNvSpPr/>
          <p:nvPr/>
        </p:nvSpPr>
        <p:spPr>
          <a:xfrm flipV="1">
            <a:off x="8092626" y="5682383"/>
            <a:ext cx="11104" cy="8862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4"/>
          <p:cNvSpPr/>
          <p:nvPr/>
        </p:nvSpPr>
        <p:spPr>
          <a:xfrm flipV="1">
            <a:off x="8103730" y="5593763"/>
            <a:ext cx="11580" cy="8862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5"/>
          <p:cNvSpPr/>
          <p:nvPr/>
        </p:nvSpPr>
        <p:spPr>
          <a:xfrm flipV="1">
            <a:off x="8115310" y="5495296"/>
            <a:ext cx="11104" cy="9846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6"/>
          <p:cNvSpPr/>
          <p:nvPr/>
        </p:nvSpPr>
        <p:spPr>
          <a:xfrm flipV="1">
            <a:off x="8126414" y="5416522"/>
            <a:ext cx="11262" cy="7877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07"/>
          <p:cNvSpPr/>
          <p:nvPr/>
        </p:nvSpPr>
        <p:spPr>
          <a:xfrm flipV="1">
            <a:off x="8137676" y="5322978"/>
            <a:ext cx="11262" cy="9354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08"/>
          <p:cNvSpPr/>
          <p:nvPr/>
        </p:nvSpPr>
        <p:spPr>
          <a:xfrm flipV="1">
            <a:off x="8148939" y="5244205"/>
            <a:ext cx="11104" cy="7877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09"/>
          <p:cNvSpPr/>
          <p:nvPr/>
        </p:nvSpPr>
        <p:spPr>
          <a:xfrm flipV="1">
            <a:off x="8160042" y="5150661"/>
            <a:ext cx="11262" cy="9354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0"/>
          <p:cNvSpPr/>
          <p:nvPr/>
        </p:nvSpPr>
        <p:spPr>
          <a:xfrm flipV="1">
            <a:off x="8171305" y="5099453"/>
            <a:ext cx="11104" cy="51208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1"/>
          <p:cNvSpPr/>
          <p:nvPr/>
        </p:nvSpPr>
        <p:spPr>
          <a:xfrm flipV="1">
            <a:off x="8182409" y="5085092"/>
            <a:ext cx="11421" cy="14361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2"/>
          <p:cNvSpPr/>
          <p:nvPr/>
        </p:nvSpPr>
        <p:spPr>
          <a:xfrm flipV="1">
            <a:off x="8193830" y="5060885"/>
            <a:ext cx="11262" cy="2420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3"/>
          <p:cNvSpPr/>
          <p:nvPr/>
        </p:nvSpPr>
        <p:spPr>
          <a:xfrm flipV="1">
            <a:off x="8205092" y="5036885"/>
            <a:ext cx="11104" cy="2400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4"/>
          <p:cNvSpPr/>
          <p:nvPr/>
        </p:nvSpPr>
        <p:spPr>
          <a:xfrm>
            <a:off x="8216196" y="5036885"/>
            <a:ext cx="11104" cy="3425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5"/>
          <p:cNvSpPr/>
          <p:nvPr/>
        </p:nvSpPr>
        <p:spPr>
          <a:xfrm>
            <a:off x="8227300" y="5071144"/>
            <a:ext cx="11104" cy="1703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6"/>
          <p:cNvSpPr/>
          <p:nvPr/>
        </p:nvSpPr>
        <p:spPr>
          <a:xfrm flipV="1">
            <a:off x="8238404" y="5087980"/>
            <a:ext cx="10945" cy="19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17"/>
          <p:cNvSpPr/>
          <p:nvPr/>
        </p:nvSpPr>
        <p:spPr>
          <a:xfrm flipV="1">
            <a:off x="8249349" y="5084497"/>
            <a:ext cx="11421" cy="348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18"/>
          <p:cNvSpPr/>
          <p:nvPr/>
        </p:nvSpPr>
        <p:spPr>
          <a:xfrm flipV="1">
            <a:off x="8260770" y="5078755"/>
            <a:ext cx="11104" cy="5741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19"/>
          <p:cNvSpPr/>
          <p:nvPr/>
        </p:nvSpPr>
        <p:spPr>
          <a:xfrm>
            <a:off x="8271874" y="5078755"/>
            <a:ext cx="11262" cy="3078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0"/>
          <p:cNvSpPr/>
          <p:nvPr/>
        </p:nvSpPr>
        <p:spPr>
          <a:xfrm flipV="1">
            <a:off x="8283136" y="5075682"/>
            <a:ext cx="11421" cy="6151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1"/>
          <p:cNvSpPr/>
          <p:nvPr/>
        </p:nvSpPr>
        <p:spPr>
          <a:xfrm>
            <a:off x="8294557" y="5075682"/>
            <a:ext cx="11104" cy="7592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2"/>
          <p:cNvSpPr/>
          <p:nvPr/>
        </p:nvSpPr>
        <p:spPr>
          <a:xfrm flipV="1">
            <a:off x="8305661" y="5079378"/>
            <a:ext cx="11104" cy="389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3"/>
          <p:cNvSpPr/>
          <p:nvPr/>
        </p:nvSpPr>
        <p:spPr>
          <a:xfrm flipV="1">
            <a:off x="8316765" y="5073635"/>
            <a:ext cx="11104" cy="5742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4"/>
          <p:cNvSpPr/>
          <p:nvPr/>
        </p:nvSpPr>
        <p:spPr>
          <a:xfrm>
            <a:off x="8327869" y="5073635"/>
            <a:ext cx="11104" cy="4102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5"/>
          <p:cNvSpPr/>
          <p:nvPr/>
        </p:nvSpPr>
        <p:spPr>
          <a:xfrm flipV="1">
            <a:off x="8338973" y="5076509"/>
            <a:ext cx="11262" cy="1228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6"/>
          <p:cNvSpPr/>
          <p:nvPr/>
        </p:nvSpPr>
        <p:spPr>
          <a:xfrm flipV="1">
            <a:off x="8350235" y="5071381"/>
            <a:ext cx="11104" cy="5128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27"/>
          <p:cNvSpPr/>
          <p:nvPr/>
        </p:nvSpPr>
        <p:spPr>
          <a:xfrm>
            <a:off x="8361339" y="5071381"/>
            <a:ext cx="11262" cy="369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28"/>
          <p:cNvSpPr/>
          <p:nvPr/>
        </p:nvSpPr>
        <p:spPr>
          <a:xfrm>
            <a:off x="8372601" y="5075074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29"/>
          <p:cNvSpPr/>
          <p:nvPr/>
        </p:nvSpPr>
        <p:spPr>
          <a:xfrm flipV="1">
            <a:off x="8383705" y="5075278"/>
            <a:ext cx="10945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0"/>
          <p:cNvSpPr/>
          <p:nvPr/>
        </p:nvSpPr>
        <p:spPr>
          <a:xfrm>
            <a:off x="8394650" y="5075278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1"/>
          <p:cNvSpPr/>
          <p:nvPr/>
        </p:nvSpPr>
        <p:spPr>
          <a:xfrm>
            <a:off x="8405754" y="5075483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2"/>
          <p:cNvSpPr/>
          <p:nvPr/>
        </p:nvSpPr>
        <p:spPr>
          <a:xfrm>
            <a:off x="8417017" y="5075483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3"/>
          <p:cNvSpPr/>
          <p:nvPr/>
        </p:nvSpPr>
        <p:spPr>
          <a:xfrm>
            <a:off x="8428279" y="5075687"/>
            <a:ext cx="11262" cy="471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4"/>
          <p:cNvSpPr/>
          <p:nvPr/>
        </p:nvSpPr>
        <p:spPr>
          <a:xfrm flipV="1">
            <a:off x="8439542" y="5077532"/>
            <a:ext cx="11262" cy="287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5"/>
          <p:cNvSpPr/>
          <p:nvPr/>
        </p:nvSpPr>
        <p:spPr>
          <a:xfrm flipV="1">
            <a:off x="8450804" y="5077328"/>
            <a:ext cx="11421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6"/>
          <p:cNvSpPr/>
          <p:nvPr/>
        </p:nvSpPr>
        <p:spPr>
          <a:xfrm>
            <a:off x="8462225" y="5077328"/>
            <a:ext cx="11421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37"/>
          <p:cNvSpPr/>
          <p:nvPr/>
        </p:nvSpPr>
        <p:spPr>
          <a:xfrm>
            <a:off x="8473646" y="5077737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38"/>
          <p:cNvSpPr/>
          <p:nvPr/>
        </p:nvSpPr>
        <p:spPr>
          <a:xfrm>
            <a:off x="8484750" y="5077941"/>
            <a:ext cx="11262" cy="81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39"/>
          <p:cNvSpPr/>
          <p:nvPr/>
        </p:nvSpPr>
        <p:spPr>
          <a:xfrm>
            <a:off x="8496012" y="5078760"/>
            <a:ext cx="11262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0"/>
          <p:cNvSpPr/>
          <p:nvPr/>
        </p:nvSpPr>
        <p:spPr>
          <a:xfrm>
            <a:off x="8507275" y="5079170"/>
            <a:ext cx="11104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1"/>
          <p:cNvSpPr/>
          <p:nvPr/>
        </p:nvSpPr>
        <p:spPr>
          <a:xfrm>
            <a:off x="8518379" y="5079784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2"/>
          <p:cNvSpPr/>
          <p:nvPr/>
        </p:nvSpPr>
        <p:spPr>
          <a:xfrm>
            <a:off x="8529641" y="5079784"/>
            <a:ext cx="11104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3"/>
          <p:cNvSpPr/>
          <p:nvPr/>
        </p:nvSpPr>
        <p:spPr>
          <a:xfrm>
            <a:off x="8540745" y="5080194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4"/>
          <p:cNvSpPr/>
          <p:nvPr/>
        </p:nvSpPr>
        <p:spPr>
          <a:xfrm>
            <a:off x="8551849" y="5080603"/>
            <a:ext cx="11104" cy="471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5"/>
          <p:cNvSpPr/>
          <p:nvPr/>
        </p:nvSpPr>
        <p:spPr>
          <a:xfrm flipV="1">
            <a:off x="8562953" y="5081629"/>
            <a:ext cx="11262" cy="369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6"/>
          <p:cNvSpPr/>
          <p:nvPr/>
        </p:nvSpPr>
        <p:spPr>
          <a:xfrm>
            <a:off x="8574215" y="5081629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47"/>
          <p:cNvSpPr/>
          <p:nvPr/>
        </p:nvSpPr>
        <p:spPr>
          <a:xfrm>
            <a:off x="8585478" y="5081834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48"/>
          <p:cNvSpPr/>
          <p:nvPr/>
        </p:nvSpPr>
        <p:spPr>
          <a:xfrm>
            <a:off x="8596899" y="5081834"/>
            <a:ext cx="11262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49"/>
          <p:cNvSpPr/>
          <p:nvPr/>
        </p:nvSpPr>
        <p:spPr>
          <a:xfrm>
            <a:off x="8608161" y="5082448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0"/>
          <p:cNvSpPr/>
          <p:nvPr/>
        </p:nvSpPr>
        <p:spPr>
          <a:xfrm>
            <a:off x="8619582" y="5082448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1"/>
          <p:cNvSpPr/>
          <p:nvPr/>
        </p:nvSpPr>
        <p:spPr>
          <a:xfrm flipV="1">
            <a:off x="8630845" y="5082038"/>
            <a:ext cx="11421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2"/>
          <p:cNvSpPr/>
          <p:nvPr/>
        </p:nvSpPr>
        <p:spPr>
          <a:xfrm>
            <a:off x="8642266" y="5082038"/>
            <a:ext cx="11104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3"/>
          <p:cNvSpPr/>
          <p:nvPr/>
        </p:nvSpPr>
        <p:spPr>
          <a:xfrm flipV="1">
            <a:off x="8653370" y="5082243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4"/>
          <p:cNvSpPr/>
          <p:nvPr/>
        </p:nvSpPr>
        <p:spPr>
          <a:xfrm>
            <a:off x="8664473" y="5082243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5"/>
          <p:cNvSpPr/>
          <p:nvPr/>
        </p:nvSpPr>
        <p:spPr>
          <a:xfrm>
            <a:off x="8675736" y="5082243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6"/>
          <p:cNvSpPr/>
          <p:nvPr/>
        </p:nvSpPr>
        <p:spPr>
          <a:xfrm>
            <a:off x="8686840" y="5082448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57"/>
          <p:cNvSpPr/>
          <p:nvPr/>
        </p:nvSpPr>
        <p:spPr>
          <a:xfrm>
            <a:off x="8698102" y="5082652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58"/>
          <p:cNvSpPr/>
          <p:nvPr/>
        </p:nvSpPr>
        <p:spPr>
          <a:xfrm flipV="1">
            <a:off x="8709365" y="5082448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59"/>
          <p:cNvSpPr/>
          <p:nvPr/>
        </p:nvSpPr>
        <p:spPr>
          <a:xfrm>
            <a:off x="8720627" y="5082448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0"/>
          <p:cNvSpPr/>
          <p:nvPr/>
        </p:nvSpPr>
        <p:spPr>
          <a:xfrm>
            <a:off x="8731731" y="5082448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1"/>
          <p:cNvSpPr/>
          <p:nvPr/>
        </p:nvSpPr>
        <p:spPr>
          <a:xfrm flipV="1">
            <a:off x="8742993" y="5082448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2"/>
          <p:cNvSpPr/>
          <p:nvPr/>
        </p:nvSpPr>
        <p:spPr>
          <a:xfrm>
            <a:off x="8754256" y="5082448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3"/>
          <p:cNvSpPr/>
          <p:nvPr/>
        </p:nvSpPr>
        <p:spPr>
          <a:xfrm flipV="1">
            <a:off x="8765360" y="5081834"/>
            <a:ext cx="11262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4"/>
          <p:cNvSpPr/>
          <p:nvPr/>
        </p:nvSpPr>
        <p:spPr>
          <a:xfrm>
            <a:off x="8776622" y="5081834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5"/>
          <p:cNvSpPr/>
          <p:nvPr/>
        </p:nvSpPr>
        <p:spPr>
          <a:xfrm flipV="1">
            <a:off x="8787726" y="5082038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6"/>
          <p:cNvSpPr/>
          <p:nvPr/>
        </p:nvSpPr>
        <p:spPr>
          <a:xfrm>
            <a:off x="8798830" y="5082038"/>
            <a:ext cx="11104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67"/>
          <p:cNvSpPr/>
          <p:nvPr/>
        </p:nvSpPr>
        <p:spPr>
          <a:xfrm>
            <a:off x="8809933" y="5082448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68"/>
          <p:cNvSpPr/>
          <p:nvPr/>
        </p:nvSpPr>
        <p:spPr>
          <a:xfrm>
            <a:off x="8821196" y="5082448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69"/>
          <p:cNvSpPr/>
          <p:nvPr/>
        </p:nvSpPr>
        <p:spPr>
          <a:xfrm>
            <a:off x="8832458" y="5082448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0"/>
          <p:cNvSpPr/>
          <p:nvPr/>
        </p:nvSpPr>
        <p:spPr>
          <a:xfrm flipV="1">
            <a:off x="8843562" y="5082448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1"/>
          <p:cNvSpPr/>
          <p:nvPr/>
        </p:nvSpPr>
        <p:spPr>
          <a:xfrm flipV="1">
            <a:off x="8854825" y="5082243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2"/>
          <p:cNvSpPr/>
          <p:nvPr/>
        </p:nvSpPr>
        <p:spPr>
          <a:xfrm>
            <a:off x="8866087" y="5082243"/>
            <a:ext cx="11262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3"/>
          <p:cNvSpPr/>
          <p:nvPr/>
        </p:nvSpPr>
        <p:spPr>
          <a:xfrm>
            <a:off x="8877350" y="5082652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4"/>
          <p:cNvSpPr/>
          <p:nvPr/>
        </p:nvSpPr>
        <p:spPr>
          <a:xfrm flipV="1">
            <a:off x="8888612" y="5082448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5"/>
          <p:cNvSpPr/>
          <p:nvPr/>
        </p:nvSpPr>
        <p:spPr>
          <a:xfrm>
            <a:off x="8899716" y="5082448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6"/>
          <p:cNvSpPr/>
          <p:nvPr/>
        </p:nvSpPr>
        <p:spPr>
          <a:xfrm flipV="1">
            <a:off x="8910820" y="5082243"/>
            <a:ext cx="11580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77"/>
          <p:cNvSpPr/>
          <p:nvPr/>
        </p:nvSpPr>
        <p:spPr>
          <a:xfrm>
            <a:off x="8922399" y="5082243"/>
            <a:ext cx="11421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78"/>
          <p:cNvSpPr/>
          <p:nvPr/>
        </p:nvSpPr>
        <p:spPr>
          <a:xfrm flipV="1">
            <a:off x="8933820" y="5082448"/>
            <a:ext cx="11262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79"/>
          <p:cNvSpPr/>
          <p:nvPr/>
        </p:nvSpPr>
        <p:spPr>
          <a:xfrm>
            <a:off x="8945083" y="5082448"/>
            <a:ext cx="11262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0"/>
          <p:cNvSpPr/>
          <p:nvPr/>
        </p:nvSpPr>
        <p:spPr>
          <a:xfrm flipV="1">
            <a:off x="8956345" y="5082857"/>
            <a:ext cx="11421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1"/>
          <p:cNvSpPr/>
          <p:nvPr/>
        </p:nvSpPr>
        <p:spPr>
          <a:xfrm>
            <a:off x="8967766" y="5082857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2"/>
          <p:cNvSpPr/>
          <p:nvPr/>
        </p:nvSpPr>
        <p:spPr>
          <a:xfrm>
            <a:off x="8979029" y="5082857"/>
            <a:ext cx="11262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3"/>
          <p:cNvSpPr/>
          <p:nvPr/>
        </p:nvSpPr>
        <p:spPr>
          <a:xfrm>
            <a:off x="8990291" y="5083266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4"/>
          <p:cNvSpPr/>
          <p:nvPr/>
        </p:nvSpPr>
        <p:spPr>
          <a:xfrm>
            <a:off x="9001395" y="5083266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5"/>
          <p:cNvSpPr/>
          <p:nvPr/>
        </p:nvSpPr>
        <p:spPr>
          <a:xfrm>
            <a:off x="9012658" y="5083266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6"/>
          <p:cNvSpPr/>
          <p:nvPr/>
        </p:nvSpPr>
        <p:spPr>
          <a:xfrm>
            <a:off x="9023920" y="5083266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87"/>
          <p:cNvSpPr/>
          <p:nvPr/>
        </p:nvSpPr>
        <p:spPr>
          <a:xfrm>
            <a:off x="9035183" y="5083471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88"/>
          <p:cNvSpPr/>
          <p:nvPr/>
        </p:nvSpPr>
        <p:spPr>
          <a:xfrm>
            <a:off x="9046286" y="5083471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89"/>
          <p:cNvSpPr/>
          <p:nvPr/>
        </p:nvSpPr>
        <p:spPr>
          <a:xfrm flipV="1">
            <a:off x="9057707" y="5083266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0"/>
          <p:cNvSpPr/>
          <p:nvPr/>
        </p:nvSpPr>
        <p:spPr>
          <a:xfrm>
            <a:off x="9068970" y="5083266"/>
            <a:ext cx="11262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1"/>
          <p:cNvSpPr/>
          <p:nvPr/>
        </p:nvSpPr>
        <p:spPr>
          <a:xfrm flipV="1">
            <a:off x="9080232" y="5083266"/>
            <a:ext cx="11262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2"/>
          <p:cNvSpPr/>
          <p:nvPr/>
        </p:nvSpPr>
        <p:spPr>
          <a:xfrm>
            <a:off x="9091495" y="5083266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3"/>
          <p:cNvSpPr/>
          <p:nvPr/>
        </p:nvSpPr>
        <p:spPr>
          <a:xfrm>
            <a:off x="9102757" y="5083266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4"/>
          <p:cNvSpPr/>
          <p:nvPr/>
        </p:nvSpPr>
        <p:spPr>
          <a:xfrm>
            <a:off x="9114020" y="5083471"/>
            <a:ext cx="11262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5"/>
          <p:cNvSpPr/>
          <p:nvPr/>
        </p:nvSpPr>
        <p:spPr>
          <a:xfrm flipV="1">
            <a:off x="9125282" y="5083471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6"/>
          <p:cNvSpPr/>
          <p:nvPr/>
        </p:nvSpPr>
        <p:spPr>
          <a:xfrm>
            <a:off x="9136386" y="5083471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297"/>
          <p:cNvSpPr/>
          <p:nvPr/>
        </p:nvSpPr>
        <p:spPr>
          <a:xfrm>
            <a:off x="9147648" y="5083676"/>
            <a:ext cx="11421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298"/>
          <p:cNvSpPr/>
          <p:nvPr/>
        </p:nvSpPr>
        <p:spPr>
          <a:xfrm flipV="1">
            <a:off x="9159069" y="5083266"/>
            <a:ext cx="11421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299"/>
          <p:cNvSpPr/>
          <p:nvPr/>
        </p:nvSpPr>
        <p:spPr>
          <a:xfrm>
            <a:off x="9170491" y="5083266"/>
            <a:ext cx="11104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0"/>
          <p:cNvSpPr/>
          <p:nvPr/>
        </p:nvSpPr>
        <p:spPr>
          <a:xfrm>
            <a:off x="9181594" y="5083676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1"/>
          <p:cNvSpPr/>
          <p:nvPr/>
        </p:nvSpPr>
        <p:spPr>
          <a:xfrm flipV="1">
            <a:off x="9192698" y="5083471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2"/>
          <p:cNvSpPr/>
          <p:nvPr/>
        </p:nvSpPr>
        <p:spPr>
          <a:xfrm>
            <a:off x="9203802" y="5083471"/>
            <a:ext cx="11262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3"/>
          <p:cNvSpPr/>
          <p:nvPr/>
        </p:nvSpPr>
        <p:spPr>
          <a:xfrm flipV="1">
            <a:off x="9215064" y="5083061"/>
            <a:ext cx="11262" cy="102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4"/>
          <p:cNvSpPr/>
          <p:nvPr/>
        </p:nvSpPr>
        <p:spPr>
          <a:xfrm>
            <a:off x="9226327" y="5083061"/>
            <a:ext cx="11104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5"/>
          <p:cNvSpPr/>
          <p:nvPr/>
        </p:nvSpPr>
        <p:spPr>
          <a:xfrm flipV="1">
            <a:off x="9237431" y="5083061"/>
            <a:ext cx="11104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6"/>
          <p:cNvSpPr/>
          <p:nvPr/>
        </p:nvSpPr>
        <p:spPr>
          <a:xfrm flipV="1">
            <a:off x="9248535" y="5082857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07"/>
          <p:cNvSpPr/>
          <p:nvPr/>
        </p:nvSpPr>
        <p:spPr>
          <a:xfrm>
            <a:off x="9259797" y="5082857"/>
            <a:ext cx="11104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08"/>
          <p:cNvSpPr/>
          <p:nvPr/>
        </p:nvSpPr>
        <p:spPr>
          <a:xfrm flipV="1">
            <a:off x="9270901" y="5083266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09"/>
          <p:cNvSpPr/>
          <p:nvPr/>
        </p:nvSpPr>
        <p:spPr>
          <a:xfrm flipV="1">
            <a:off x="9282005" y="5083061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0"/>
          <p:cNvSpPr/>
          <p:nvPr/>
        </p:nvSpPr>
        <p:spPr>
          <a:xfrm>
            <a:off x="9293267" y="5083061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1"/>
          <p:cNvSpPr/>
          <p:nvPr/>
        </p:nvSpPr>
        <p:spPr>
          <a:xfrm flipV="1">
            <a:off x="9304530" y="5083061"/>
            <a:ext cx="11421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2"/>
          <p:cNvSpPr/>
          <p:nvPr/>
        </p:nvSpPr>
        <p:spPr>
          <a:xfrm>
            <a:off x="9315951" y="5083061"/>
            <a:ext cx="11104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3"/>
          <p:cNvSpPr/>
          <p:nvPr/>
        </p:nvSpPr>
        <p:spPr>
          <a:xfrm>
            <a:off x="9327054" y="5083471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4"/>
          <p:cNvSpPr/>
          <p:nvPr/>
        </p:nvSpPr>
        <p:spPr>
          <a:xfrm flipV="1">
            <a:off x="9338158" y="5083266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5"/>
          <p:cNvSpPr/>
          <p:nvPr/>
        </p:nvSpPr>
        <p:spPr>
          <a:xfrm>
            <a:off x="9349262" y="5083266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6"/>
          <p:cNvSpPr/>
          <p:nvPr/>
        </p:nvSpPr>
        <p:spPr>
          <a:xfrm flipV="1">
            <a:off x="9360525" y="5083061"/>
            <a:ext cx="11421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17"/>
          <p:cNvSpPr/>
          <p:nvPr/>
        </p:nvSpPr>
        <p:spPr>
          <a:xfrm>
            <a:off x="9371946" y="5083061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18"/>
          <p:cNvSpPr/>
          <p:nvPr/>
        </p:nvSpPr>
        <p:spPr>
          <a:xfrm>
            <a:off x="9383049" y="5083266"/>
            <a:ext cx="11262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19"/>
          <p:cNvSpPr/>
          <p:nvPr/>
        </p:nvSpPr>
        <p:spPr>
          <a:xfrm flipV="1">
            <a:off x="9394312" y="5083471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0"/>
          <p:cNvSpPr/>
          <p:nvPr/>
        </p:nvSpPr>
        <p:spPr>
          <a:xfrm flipV="1">
            <a:off x="9405416" y="5083266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1"/>
          <p:cNvSpPr/>
          <p:nvPr/>
        </p:nvSpPr>
        <p:spPr>
          <a:xfrm>
            <a:off x="9416678" y="5083266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2"/>
          <p:cNvSpPr/>
          <p:nvPr/>
        </p:nvSpPr>
        <p:spPr>
          <a:xfrm>
            <a:off x="9427941" y="5083471"/>
            <a:ext cx="11421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3"/>
          <p:cNvSpPr/>
          <p:nvPr/>
        </p:nvSpPr>
        <p:spPr>
          <a:xfrm>
            <a:off x="9439362" y="5083676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4"/>
          <p:cNvSpPr/>
          <p:nvPr/>
        </p:nvSpPr>
        <p:spPr>
          <a:xfrm flipV="1">
            <a:off x="9450466" y="5083676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5"/>
          <p:cNvSpPr/>
          <p:nvPr/>
        </p:nvSpPr>
        <p:spPr>
          <a:xfrm flipV="1">
            <a:off x="9461569" y="5083266"/>
            <a:ext cx="11104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6"/>
          <p:cNvSpPr/>
          <p:nvPr/>
        </p:nvSpPr>
        <p:spPr>
          <a:xfrm>
            <a:off x="9472673" y="5083266"/>
            <a:ext cx="11104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27"/>
          <p:cNvSpPr/>
          <p:nvPr/>
        </p:nvSpPr>
        <p:spPr>
          <a:xfrm>
            <a:off x="9483777" y="508388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28"/>
          <p:cNvSpPr/>
          <p:nvPr/>
        </p:nvSpPr>
        <p:spPr>
          <a:xfrm>
            <a:off x="9494881" y="508388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29"/>
          <p:cNvSpPr/>
          <p:nvPr/>
        </p:nvSpPr>
        <p:spPr>
          <a:xfrm>
            <a:off x="9506143" y="508388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0"/>
          <p:cNvSpPr/>
          <p:nvPr/>
        </p:nvSpPr>
        <p:spPr>
          <a:xfrm>
            <a:off x="9517247" y="508388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1"/>
          <p:cNvSpPr/>
          <p:nvPr/>
        </p:nvSpPr>
        <p:spPr>
          <a:xfrm>
            <a:off x="9528351" y="5083880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2"/>
          <p:cNvSpPr/>
          <p:nvPr/>
        </p:nvSpPr>
        <p:spPr>
          <a:xfrm>
            <a:off x="9539772" y="5083880"/>
            <a:ext cx="11262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3"/>
          <p:cNvSpPr/>
          <p:nvPr/>
        </p:nvSpPr>
        <p:spPr>
          <a:xfrm flipV="1">
            <a:off x="9551035" y="5084289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4"/>
          <p:cNvSpPr/>
          <p:nvPr/>
        </p:nvSpPr>
        <p:spPr>
          <a:xfrm flipV="1">
            <a:off x="9562138" y="5083880"/>
            <a:ext cx="11262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5"/>
          <p:cNvSpPr/>
          <p:nvPr/>
        </p:nvSpPr>
        <p:spPr>
          <a:xfrm>
            <a:off x="9573401" y="508388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6"/>
          <p:cNvSpPr/>
          <p:nvPr/>
        </p:nvSpPr>
        <p:spPr>
          <a:xfrm>
            <a:off x="9584505" y="5083880"/>
            <a:ext cx="11262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37"/>
          <p:cNvSpPr/>
          <p:nvPr/>
        </p:nvSpPr>
        <p:spPr>
          <a:xfrm>
            <a:off x="9595767" y="5084495"/>
            <a:ext cx="11262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38"/>
          <p:cNvSpPr/>
          <p:nvPr/>
        </p:nvSpPr>
        <p:spPr>
          <a:xfrm flipV="1">
            <a:off x="9607030" y="5084904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39"/>
          <p:cNvSpPr/>
          <p:nvPr/>
        </p:nvSpPr>
        <p:spPr>
          <a:xfrm>
            <a:off x="9618292" y="5084904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0"/>
          <p:cNvSpPr/>
          <p:nvPr/>
        </p:nvSpPr>
        <p:spPr>
          <a:xfrm flipV="1">
            <a:off x="9629554" y="5084495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1"/>
          <p:cNvSpPr/>
          <p:nvPr/>
        </p:nvSpPr>
        <p:spPr>
          <a:xfrm>
            <a:off x="9640658" y="5084495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2"/>
          <p:cNvSpPr/>
          <p:nvPr/>
        </p:nvSpPr>
        <p:spPr>
          <a:xfrm>
            <a:off x="9651921" y="5084699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3"/>
          <p:cNvSpPr/>
          <p:nvPr/>
        </p:nvSpPr>
        <p:spPr>
          <a:xfrm flipV="1">
            <a:off x="9663025" y="5084495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4"/>
          <p:cNvSpPr/>
          <p:nvPr/>
        </p:nvSpPr>
        <p:spPr>
          <a:xfrm>
            <a:off x="9674128" y="5084495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5"/>
          <p:cNvSpPr/>
          <p:nvPr/>
        </p:nvSpPr>
        <p:spPr>
          <a:xfrm>
            <a:off x="9685232" y="5084495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6"/>
          <p:cNvSpPr/>
          <p:nvPr/>
        </p:nvSpPr>
        <p:spPr>
          <a:xfrm flipV="1">
            <a:off x="9696495" y="5084495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47"/>
          <p:cNvSpPr/>
          <p:nvPr/>
        </p:nvSpPr>
        <p:spPr>
          <a:xfrm>
            <a:off x="9707757" y="5084495"/>
            <a:ext cx="11262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48"/>
          <p:cNvSpPr/>
          <p:nvPr/>
        </p:nvSpPr>
        <p:spPr>
          <a:xfrm>
            <a:off x="9719020" y="5084904"/>
            <a:ext cx="11580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49"/>
          <p:cNvSpPr/>
          <p:nvPr/>
        </p:nvSpPr>
        <p:spPr>
          <a:xfrm>
            <a:off x="9730599" y="5084904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0"/>
          <p:cNvSpPr/>
          <p:nvPr/>
        </p:nvSpPr>
        <p:spPr>
          <a:xfrm flipV="1">
            <a:off x="9742020" y="5084699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1"/>
          <p:cNvSpPr/>
          <p:nvPr/>
        </p:nvSpPr>
        <p:spPr>
          <a:xfrm flipV="1">
            <a:off x="9753283" y="5084495"/>
            <a:ext cx="11421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2"/>
          <p:cNvSpPr/>
          <p:nvPr/>
        </p:nvSpPr>
        <p:spPr>
          <a:xfrm>
            <a:off x="9764704" y="5084495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3"/>
          <p:cNvSpPr/>
          <p:nvPr/>
        </p:nvSpPr>
        <p:spPr>
          <a:xfrm>
            <a:off x="9775966" y="5084699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4"/>
          <p:cNvSpPr/>
          <p:nvPr/>
        </p:nvSpPr>
        <p:spPr>
          <a:xfrm>
            <a:off x="9787070" y="5084904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5"/>
          <p:cNvSpPr/>
          <p:nvPr/>
        </p:nvSpPr>
        <p:spPr>
          <a:xfrm flipV="1">
            <a:off x="9798174" y="5084699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6"/>
          <p:cNvSpPr/>
          <p:nvPr/>
        </p:nvSpPr>
        <p:spPr>
          <a:xfrm>
            <a:off x="9809278" y="5084699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57"/>
          <p:cNvSpPr/>
          <p:nvPr/>
        </p:nvSpPr>
        <p:spPr>
          <a:xfrm flipV="1">
            <a:off x="9820540" y="5084495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58"/>
          <p:cNvSpPr/>
          <p:nvPr/>
        </p:nvSpPr>
        <p:spPr>
          <a:xfrm>
            <a:off x="9831644" y="5084495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59"/>
          <p:cNvSpPr/>
          <p:nvPr/>
        </p:nvSpPr>
        <p:spPr>
          <a:xfrm>
            <a:off x="9842906" y="5084699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0"/>
          <p:cNvSpPr/>
          <p:nvPr/>
        </p:nvSpPr>
        <p:spPr>
          <a:xfrm>
            <a:off x="9854169" y="5084699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1"/>
          <p:cNvSpPr/>
          <p:nvPr/>
        </p:nvSpPr>
        <p:spPr>
          <a:xfrm flipV="1">
            <a:off x="9865273" y="5084495"/>
            <a:ext cx="11104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2"/>
          <p:cNvSpPr/>
          <p:nvPr/>
        </p:nvSpPr>
        <p:spPr>
          <a:xfrm>
            <a:off x="9876377" y="5084495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3"/>
          <p:cNvSpPr/>
          <p:nvPr/>
        </p:nvSpPr>
        <p:spPr>
          <a:xfrm flipV="1">
            <a:off x="9887480" y="5084289"/>
            <a:ext cx="11104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4"/>
          <p:cNvSpPr/>
          <p:nvPr/>
        </p:nvSpPr>
        <p:spPr>
          <a:xfrm>
            <a:off x="9898584" y="5084289"/>
            <a:ext cx="11262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5"/>
          <p:cNvSpPr/>
          <p:nvPr/>
        </p:nvSpPr>
        <p:spPr>
          <a:xfrm flipV="1">
            <a:off x="9909847" y="5084495"/>
            <a:ext cx="11262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6"/>
          <p:cNvSpPr/>
          <p:nvPr/>
        </p:nvSpPr>
        <p:spPr>
          <a:xfrm>
            <a:off x="9921109" y="5084495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67"/>
          <p:cNvSpPr/>
          <p:nvPr/>
        </p:nvSpPr>
        <p:spPr>
          <a:xfrm>
            <a:off x="9932213" y="5084495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68"/>
          <p:cNvSpPr/>
          <p:nvPr/>
        </p:nvSpPr>
        <p:spPr>
          <a:xfrm>
            <a:off x="9943317" y="5084495"/>
            <a:ext cx="11262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69"/>
          <p:cNvSpPr/>
          <p:nvPr/>
        </p:nvSpPr>
        <p:spPr>
          <a:xfrm flipV="1">
            <a:off x="9954579" y="5084495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0"/>
          <p:cNvSpPr/>
          <p:nvPr/>
        </p:nvSpPr>
        <p:spPr>
          <a:xfrm>
            <a:off x="9965683" y="5084495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1"/>
          <p:cNvSpPr/>
          <p:nvPr/>
        </p:nvSpPr>
        <p:spPr>
          <a:xfrm flipV="1">
            <a:off x="9976946" y="5084495"/>
            <a:ext cx="11421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2"/>
          <p:cNvSpPr/>
          <p:nvPr/>
        </p:nvSpPr>
        <p:spPr>
          <a:xfrm>
            <a:off x="9988367" y="5084495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3"/>
          <p:cNvSpPr/>
          <p:nvPr/>
        </p:nvSpPr>
        <p:spPr>
          <a:xfrm>
            <a:off x="9999629" y="5084495"/>
            <a:ext cx="11421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4"/>
          <p:cNvSpPr/>
          <p:nvPr/>
        </p:nvSpPr>
        <p:spPr>
          <a:xfrm>
            <a:off x="10011050" y="5084904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5"/>
          <p:cNvSpPr/>
          <p:nvPr/>
        </p:nvSpPr>
        <p:spPr>
          <a:xfrm>
            <a:off x="10022154" y="5084904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6"/>
          <p:cNvSpPr/>
          <p:nvPr/>
        </p:nvSpPr>
        <p:spPr>
          <a:xfrm>
            <a:off x="10033258" y="5085108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77"/>
          <p:cNvSpPr/>
          <p:nvPr/>
        </p:nvSpPr>
        <p:spPr>
          <a:xfrm flipV="1">
            <a:off x="10044520" y="5084289"/>
            <a:ext cx="11262" cy="102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78"/>
          <p:cNvSpPr/>
          <p:nvPr/>
        </p:nvSpPr>
        <p:spPr>
          <a:xfrm>
            <a:off x="10055783" y="5084289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79"/>
          <p:cNvSpPr/>
          <p:nvPr/>
        </p:nvSpPr>
        <p:spPr>
          <a:xfrm flipV="1">
            <a:off x="10066886" y="5084289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0"/>
          <p:cNvSpPr/>
          <p:nvPr/>
        </p:nvSpPr>
        <p:spPr>
          <a:xfrm>
            <a:off x="10077990" y="5084289"/>
            <a:ext cx="11262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1"/>
          <p:cNvSpPr/>
          <p:nvPr/>
        </p:nvSpPr>
        <p:spPr>
          <a:xfrm>
            <a:off x="10089253" y="5084699"/>
            <a:ext cx="11262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2"/>
          <p:cNvSpPr/>
          <p:nvPr/>
        </p:nvSpPr>
        <p:spPr>
          <a:xfrm flipV="1">
            <a:off x="10100515" y="5084699"/>
            <a:ext cx="11262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3"/>
          <p:cNvSpPr/>
          <p:nvPr/>
        </p:nvSpPr>
        <p:spPr>
          <a:xfrm>
            <a:off x="10111778" y="5084699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4"/>
          <p:cNvSpPr/>
          <p:nvPr/>
        </p:nvSpPr>
        <p:spPr>
          <a:xfrm>
            <a:off x="10123040" y="5084699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5"/>
          <p:cNvSpPr/>
          <p:nvPr/>
        </p:nvSpPr>
        <p:spPr>
          <a:xfrm flipV="1">
            <a:off x="10134144" y="5084699"/>
            <a:ext cx="11262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6"/>
          <p:cNvSpPr/>
          <p:nvPr/>
        </p:nvSpPr>
        <p:spPr>
          <a:xfrm>
            <a:off x="10145406" y="5084699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87"/>
          <p:cNvSpPr/>
          <p:nvPr/>
        </p:nvSpPr>
        <p:spPr>
          <a:xfrm>
            <a:off x="10156510" y="5084699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Shape 388"/>
          <p:cNvSpPr/>
          <p:nvPr/>
        </p:nvSpPr>
        <p:spPr>
          <a:xfrm flipV="1">
            <a:off x="10167614" y="5084699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Shape 389"/>
          <p:cNvSpPr/>
          <p:nvPr/>
        </p:nvSpPr>
        <p:spPr>
          <a:xfrm>
            <a:off x="10178718" y="5084699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Shape 390"/>
          <p:cNvSpPr/>
          <p:nvPr/>
        </p:nvSpPr>
        <p:spPr>
          <a:xfrm>
            <a:off x="10189980" y="5084699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Shape 391"/>
          <p:cNvSpPr/>
          <p:nvPr/>
        </p:nvSpPr>
        <p:spPr>
          <a:xfrm flipV="1">
            <a:off x="10201084" y="5084699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7" name="Shape 392"/>
          <p:cNvSpPr/>
          <p:nvPr/>
        </p:nvSpPr>
        <p:spPr>
          <a:xfrm flipV="1">
            <a:off x="10212188" y="5084289"/>
            <a:ext cx="11104" cy="41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8" name="Shape 393"/>
          <p:cNvSpPr/>
          <p:nvPr/>
        </p:nvSpPr>
        <p:spPr>
          <a:xfrm>
            <a:off x="10223292" y="5084289"/>
            <a:ext cx="11262" cy="61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Shape 394"/>
          <p:cNvSpPr/>
          <p:nvPr/>
        </p:nvSpPr>
        <p:spPr>
          <a:xfrm flipV="1">
            <a:off x="10234554" y="5084699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pe 395"/>
          <p:cNvSpPr/>
          <p:nvPr/>
        </p:nvSpPr>
        <p:spPr>
          <a:xfrm flipV="1">
            <a:off x="10245817" y="5084495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396"/>
          <p:cNvSpPr/>
          <p:nvPr/>
        </p:nvSpPr>
        <p:spPr>
          <a:xfrm>
            <a:off x="10256921" y="5084495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pe 397"/>
          <p:cNvSpPr/>
          <p:nvPr/>
        </p:nvSpPr>
        <p:spPr>
          <a:xfrm>
            <a:off x="10268024" y="5084904"/>
            <a:ext cx="11104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398"/>
          <p:cNvSpPr/>
          <p:nvPr/>
        </p:nvSpPr>
        <p:spPr>
          <a:xfrm>
            <a:off x="10279128" y="5085313"/>
            <a:ext cx="11421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pe 399"/>
          <p:cNvSpPr/>
          <p:nvPr/>
        </p:nvSpPr>
        <p:spPr>
          <a:xfrm flipV="1">
            <a:off x="10290549" y="5085108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 400"/>
          <p:cNvSpPr/>
          <p:nvPr/>
        </p:nvSpPr>
        <p:spPr>
          <a:xfrm>
            <a:off x="10301812" y="5085108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Shape 401"/>
          <p:cNvSpPr/>
          <p:nvPr/>
        </p:nvSpPr>
        <p:spPr>
          <a:xfrm>
            <a:off x="10313074" y="5085108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Shape 402"/>
          <p:cNvSpPr/>
          <p:nvPr/>
        </p:nvSpPr>
        <p:spPr>
          <a:xfrm>
            <a:off x="10324337" y="5085108"/>
            <a:ext cx="11421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403"/>
          <p:cNvSpPr/>
          <p:nvPr/>
        </p:nvSpPr>
        <p:spPr>
          <a:xfrm flipV="1">
            <a:off x="10335758" y="5085108"/>
            <a:ext cx="11262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hape 404"/>
          <p:cNvSpPr/>
          <p:nvPr/>
        </p:nvSpPr>
        <p:spPr>
          <a:xfrm flipV="1">
            <a:off x="10347020" y="5084699"/>
            <a:ext cx="11262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hape 405"/>
          <p:cNvSpPr/>
          <p:nvPr/>
        </p:nvSpPr>
        <p:spPr>
          <a:xfrm>
            <a:off x="10358283" y="5084699"/>
            <a:ext cx="11262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Shape 406"/>
          <p:cNvSpPr/>
          <p:nvPr/>
        </p:nvSpPr>
        <p:spPr>
          <a:xfrm>
            <a:off x="10369545" y="5085108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Shape 407"/>
          <p:cNvSpPr/>
          <p:nvPr/>
        </p:nvSpPr>
        <p:spPr>
          <a:xfrm flipV="1">
            <a:off x="10380807" y="5084904"/>
            <a:ext cx="11104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Shape 408"/>
          <p:cNvSpPr/>
          <p:nvPr/>
        </p:nvSpPr>
        <p:spPr>
          <a:xfrm>
            <a:off x="10391911" y="5084904"/>
            <a:ext cx="11262" cy="4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409"/>
          <p:cNvSpPr/>
          <p:nvPr/>
        </p:nvSpPr>
        <p:spPr>
          <a:xfrm>
            <a:off x="10403174" y="5085313"/>
            <a:ext cx="11262" cy="102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Shape 410"/>
          <p:cNvSpPr/>
          <p:nvPr/>
        </p:nvSpPr>
        <p:spPr>
          <a:xfrm>
            <a:off x="10414436" y="5086336"/>
            <a:ext cx="11421" cy="512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hape 411"/>
          <p:cNvSpPr/>
          <p:nvPr/>
        </p:nvSpPr>
        <p:spPr>
          <a:xfrm flipV="1">
            <a:off x="10425857" y="5087773"/>
            <a:ext cx="11738" cy="369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Shape 412"/>
          <p:cNvSpPr/>
          <p:nvPr/>
        </p:nvSpPr>
        <p:spPr>
          <a:xfrm>
            <a:off x="10437596" y="5087773"/>
            <a:ext cx="11104" cy="4718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 413"/>
          <p:cNvSpPr/>
          <p:nvPr/>
        </p:nvSpPr>
        <p:spPr>
          <a:xfrm flipV="1">
            <a:off x="10448699" y="5084285"/>
            <a:ext cx="11262" cy="8206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Shape 414"/>
          <p:cNvSpPr/>
          <p:nvPr/>
        </p:nvSpPr>
        <p:spPr>
          <a:xfrm flipV="1">
            <a:off x="10459962" y="5083054"/>
            <a:ext cx="11104" cy="1231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Shape 415"/>
          <p:cNvSpPr/>
          <p:nvPr/>
        </p:nvSpPr>
        <p:spPr>
          <a:xfrm>
            <a:off x="10471066" y="5083054"/>
            <a:ext cx="11421" cy="3488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416"/>
          <p:cNvSpPr/>
          <p:nvPr/>
        </p:nvSpPr>
        <p:spPr>
          <a:xfrm>
            <a:off x="10482487" y="5086542"/>
            <a:ext cx="11104" cy="492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417"/>
          <p:cNvSpPr/>
          <p:nvPr/>
        </p:nvSpPr>
        <p:spPr>
          <a:xfrm flipV="1">
            <a:off x="10493591" y="5087773"/>
            <a:ext cx="11421" cy="369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Shape 418"/>
          <p:cNvSpPr/>
          <p:nvPr/>
        </p:nvSpPr>
        <p:spPr>
          <a:xfrm>
            <a:off x="10505012" y="5087773"/>
            <a:ext cx="11104" cy="4718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Shape 419"/>
          <p:cNvSpPr/>
          <p:nvPr/>
        </p:nvSpPr>
        <p:spPr>
          <a:xfrm flipV="1">
            <a:off x="10516116" y="5084285"/>
            <a:ext cx="11104" cy="8206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Shape 420"/>
          <p:cNvSpPr/>
          <p:nvPr/>
        </p:nvSpPr>
        <p:spPr>
          <a:xfrm flipV="1">
            <a:off x="10527219" y="5083054"/>
            <a:ext cx="11104" cy="1231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Shape 421"/>
          <p:cNvSpPr/>
          <p:nvPr/>
        </p:nvSpPr>
        <p:spPr>
          <a:xfrm>
            <a:off x="10538323" y="5083054"/>
            <a:ext cx="11262" cy="369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422"/>
          <p:cNvSpPr/>
          <p:nvPr/>
        </p:nvSpPr>
        <p:spPr>
          <a:xfrm>
            <a:off x="10549586" y="5086746"/>
            <a:ext cx="11262" cy="5742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Shape 423"/>
          <p:cNvSpPr/>
          <p:nvPr/>
        </p:nvSpPr>
        <p:spPr>
          <a:xfrm flipV="1">
            <a:off x="10560848" y="5089000"/>
            <a:ext cx="11262" cy="3488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Shape 424"/>
          <p:cNvSpPr/>
          <p:nvPr/>
        </p:nvSpPr>
        <p:spPr>
          <a:xfrm>
            <a:off x="10572111" y="5089000"/>
            <a:ext cx="11104" cy="492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Shape 425"/>
          <p:cNvSpPr/>
          <p:nvPr/>
        </p:nvSpPr>
        <p:spPr>
          <a:xfrm flipV="1">
            <a:off x="10583214" y="5085717"/>
            <a:ext cx="11262" cy="820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Shape 426"/>
          <p:cNvSpPr/>
          <p:nvPr/>
        </p:nvSpPr>
        <p:spPr>
          <a:xfrm>
            <a:off x="10594477" y="5085717"/>
            <a:ext cx="11421" cy="430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Shape 427"/>
          <p:cNvSpPr/>
          <p:nvPr/>
        </p:nvSpPr>
        <p:spPr>
          <a:xfrm flipV="1">
            <a:off x="10605898" y="5089819"/>
            <a:ext cx="11421" cy="20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Shape 428"/>
          <p:cNvSpPr/>
          <p:nvPr/>
        </p:nvSpPr>
        <p:spPr>
          <a:xfrm>
            <a:off x="10617319" y="5089819"/>
            <a:ext cx="11262" cy="818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Shape 429"/>
          <p:cNvSpPr/>
          <p:nvPr/>
        </p:nvSpPr>
        <p:spPr>
          <a:xfrm>
            <a:off x="10628581" y="5090637"/>
            <a:ext cx="11104" cy="594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Shape 430"/>
          <p:cNvSpPr/>
          <p:nvPr/>
        </p:nvSpPr>
        <p:spPr>
          <a:xfrm flipV="1">
            <a:off x="10639685" y="5093915"/>
            <a:ext cx="11262" cy="266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6" name="Shape 431"/>
          <p:cNvSpPr/>
          <p:nvPr/>
        </p:nvSpPr>
        <p:spPr>
          <a:xfrm>
            <a:off x="10650948" y="5093915"/>
            <a:ext cx="11262" cy="594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Shape 432"/>
          <p:cNvSpPr/>
          <p:nvPr/>
        </p:nvSpPr>
        <p:spPr>
          <a:xfrm flipV="1">
            <a:off x="10662210" y="5088165"/>
            <a:ext cx="11262" cy="1169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8" name="Shape 433"/>
          <p:cNvSpPr/>
          <p:nvPr/>
        </p:nvSpPr>
        <p:spPr>
          <a:xfrm>
            <a:off x="10673473" y="5088165"/>
            <a:ext cx="11262" cy="14151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9" name="Shape 434"/>
          <p:cNvSpPr/>
          <p:nvPr/>
        </p:nvSpPr>
        <p:spPr>
          <a:xfrm flipV="1">
            <a:off x="10684735" y="5098623"/>
            <a:ext cx="11421" cy="369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0" name="Shape 435"/>
          <p:cNvSpPr/>
          <p:nvPr/>
        </p:nvSpPr>
        <p:spPr>
          <a:xfrm>
            <a:off x="10696156" y="5098623"/>
            <a:ext cx="11104" cy="984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1" name="Shape 436"/>
          <p:cNvSpPr/>
          <p:nvPr/>
        </p:nvSpPr>
        <p:spPr>
          <a:xfrm>
            <a:off x="10707260" y="5108470"/>
            <a:ext cx="11421" cy="490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Shape 437"/>
          <p:cNvSpPr/>
          <p:nvPr/>
        </p:nvSpPr>
        <p:spPr>
          <a:xfrm>
            <a:off x="10718681" y="5113377"/>
            <a:ext cx="11104" cy="5109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Shape 438"/>
          <p:cNvSpPr/>
          <p:nvPr/>
        </p:nvSpPr>
        <p:spPr>
          <a:xfrm>
            <a:off x="10729785" y="5118486"/>
            <a:ext cx="11104" cy="5364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4" name="Shape 439"/>
          <p:cNvSpPr/>
          <p:nvPr/>
        </p:nvSpPr>
        <p:spPr>
          <a:xfrm>
            <a:off x="10740889" y="5172126"/>
            <a:ext cx="11262" cy="231311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5" name="Shape 440"/>
          <p:cNvSpPr/>
          <p:nvPr/>
        </p:nvSpPr>
        <p:spPr>
          <a:xfrm>
            <a:off x="10752151" y="5403437"/>
            <a:ext cx="11262" cy="59856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6" name="Shape 441"/>
          <p:cNvSpPr/>
          <p:nvPr/>
        </p:nvSpPr>
        <p:spPr>
          <a:xfrm>
            <a:off x="10763414" y="5463294"/>
            <a:ext cx="11262" cy="9354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Shape 442"/>
          <p:cNvSpPr/>
          <p:nvPr/>
        </p:nvSpPr>
        <p:spPr>
          <a:xfrm>
            <a:off x="10774676" y="5556837"/>
            <a:ext cx="11421" cy="8369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Shape 443"/>
          <p:cNvSpPr/>
          <p:nvPr/>
        </p:nvSpPr>
        <p:spPr>
          <a:xfrm>
            <a:off x="10786097" y="5640534"/>
            <a:ext cx="11262" cy="9846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Shape 444"/>
          <p:cNvSpPr/>
          <p:nvPr/>
        </p:nvSpPr>
        <p:spPr>
          <a:xfrm>
            <a:off x="10797360" y="5739001"/>
            <a:ext cx="11104" cy="7385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0" name="Shape 445"/>
          <p:cNvSpPr/>
          <p:nvPr/>
        </p:nvSpPr>
        <p:spPr>
          <a:xfrm>
            <a:off x="10808463" y="5812852"/>
            <a:ext cx="11262" cy="9846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Shape 446"/>
          <p:cNvSpPr/>
          <p:nvPr/>
        </p:nvSpPr>
        <p:spPr>
          <a:xfrm>
            <a:off x="10819726" y="5911319"/>
            <a:ext cx="11580" cy="69561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Shape 447"/>
          <p:cNvSpPr/>
          <p:nvPr/>
        </p:nvSpPr>
        <p:spPr>
          <a:xfrm>
            <a:off x="10831306" y="5980880"/>
            <a:ext cx="11421" cy="16642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3" name="Shape 448"/>
          <p:cNvSpPr/>
          <p:nvPr/>
        </p:nvSpPr>
        <p:spPr>
          <a:xfrm flipV="1">
            <a:off x="10842727" y="5836248"/>
            <a:ext cx="11262" cy="16127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Shape 449"/>
          <p:cNvSpPr/>
          <p:nvPr/>
        </p:nvSpPr>
        <p:spPr>
          <a:xfrm flipV="1">
            <a:off x="10853989" y="5824985"/>
            <a:ext cx="11262" cy="1126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Shape 450"/>
          <p:cNvSpPr/>
          <p:nvPr/>
        </p:nvSpPr>
        <p:spPr>
          <a:xfrm flipV="1">
            <a:off x="10865252" y="5822232"/>
            <a:ext cx="11104" cy="2752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6" name="Shape 451"/>
          <p:cNvSpPr/>
          <p:nvPr/>
        </p:nvSpPr>
        <p:spPr>
          <a:xfrm flipV="1">
            <a:off x="10876355" y="5807351"/>
            <a:ext cx="11262" cy="14881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Shape 452"/>
          <p:cNvSpPr/>
          <p:nvPr/>
        </p:nvSpPr>
        <p:spPr>
          <a:xfrm>
            <a:off x="10887618" y="5807351"/>
            <a:ext cx="11262" cy="96298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Shape 453"/>
          <p:cNvSpPr/>
          <p:nvPr/>
        </p:nvSpPr>
        <p:spPr>
          <a:xfrm>
            <a:off x="10898880" y="5903650"/>
            <a:ext cx="11104" cy="1332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9" name="Shape 454"/>
          <p:cNvSpPr/>
          <p:nvPr/>
        </p:nvSpPr>
        <p:spPr>
          <a:xfrm>
            <a:off x="10909984" y="5916973"/>
            <a:ext cx="11104" cy="68316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Shape 455"/>
          <p:cNvSpPr/>
          <p:nvPr/>
        </p:nvSpPr>
        <p:spPr>
          <a:xfrm flipV="1">
            <a:off x="10921088" y="5937281"/>
            <a:ext cx="11262" cy="48008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1" name="Shape 456"/>
          <p:cNvSpPr/>
          <p:nvPr/>
        </p:nvSpPr>
        <p:spPr>
          <a:xfrm>
            <a:off x="10932350" y="5937281"/>
            <a:ext cx="11262" cy="3687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2" name="Shape 457"/>
          <p:cNvSpPr/>
          <p:nvPr/>
        </p:nvSpPr>
        <p:spPr>
          <a:xfrm>
            <a:off x="10943613" y="5940967"/>
            <a:ext cx="11262" cy="20704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3" name="Shape 458"/>
          <p:cNvSpPr/>
          <p:nvPr/>
        </p:nvSpPr>
        <p:spPr>
          <a:xfrm>
            <a:off x="10954875" y="5961671"/>
            <a:ext cx="11421" cy="37638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4" name="Shape 459"/>
          <p:cNvSpPr/>
          <p:nvPr/>
        </p:nvSpPr>
        <p:spPr>
          <a:xfrm>
            <a:off x="10966296" y="5999309"/>
            <a:ext cx="11421" cy="2787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5" name="Shape 460"/>
          <p:cNvSpPr/>
          <p:nvPr/>
        </p:nvSpPr>
        <p:spPr>
          <a:xfrm>
            <a:off x="10977717" y="6027182"/>
            <a:ext cx="11104" cy="25368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6" name="Shape 461"/>
          <p:cNvSpPr/>
          <p:nvPr/>
        </p:nvSpPr>
        <p:spPr>
          <a:xfrm>
            <a:off x="10988821" y="6052550"/>
            <a:ext cx="11104" cy="8155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7" name="Shape 462"/>
          <p:cNvSpPr/>
          <p:nvPr/>
        </p:nvSpPr>
        <p:spPr>
          <a:xfrm flipV="1">
            <a:off x="10999925" y="6121792"/>
            <a:ext cx="11262" cy="12308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8" name="Shape 463"/>
          <p:cNvSpPr/>
          <p:nvPr/>
        </p:nvSpPr>
        <p:spPr>
          <a:xfrm>
            <a:off x="11011188" y="6121792"/>
            <a:ext cx="11262" cy="7385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9" name="Shape 464"/>
          <p:cNvSpPr/>
          <p:nvPr/>
        </p:nvSpPr>
        <p:spPr>
          <a:xfrm>
            <a:off x="11022450" y="6129177"/>
            <a:ext cx="11262" cy="4923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0" name="Shape 465"/>
          <p:cNvSpPr/>
          <p:nvPr/>
        </p:nvSpPr>
        <p:spPr>
          <a:xfrm>
            <a:off x="11033712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1" name="Shape 466"/>
          <p:cNvSpPr/>
          <p:nvPr/>
        </p:nvSpPr>
        <p:spPr>
          <a:xfrm>
            <a:off x="11044975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2" name="Shape 467"/>
          <p:cNvSpPr/>
          <p:nvPr/>
        </p:nvSpPr>
        <p:spPr>
          <a:xfrm>
            <a:off x="11056237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3" name="Shape 468"/>
          <p:cNvSpPr/>
          <p:nvPr/>
        </p:nvSpPr>
        <p:spPr>
          <a:xfrm>
            <a:off x="11067341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4" name="Shape 469"/>
          <p:cNvSpPr/>
          <p:nvPr/>
        </p:nvSpPr>
        <p:spPr>
          <a:xfrm>
            <a:off x="11078604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5" name="Shape 470"/>
          <p:cNvSpPr/>
          <p:nvPr/>
        </p:nvSpPr>
        <p:spPr>
          <a:xfrm>
            <a:off x="11089707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6" name="Shape 471"/>
          <p:cNvSpPr/>
          <p:nvPr/>
        </p:nvSpPr>
        <p:spPr>
          <a:xfrm>
            <a:off x="11100970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7" name="Shape 472"/>
          <p:cNvSpPr/>
          <p:nvPr/>
        </p:nvSpPr>
        <p:spPr>
          <a:xfrm>
            <a:off x="11112232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8" name="Shape 473"/>
          <p:cNvSpPr/>
          <p:nvPr/>
        </p:nvSpPr>
        <p:spPr>
          <a:xfrm>
            <a:off x="11123495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9" name="Shape 474"/>
          <p:cNvSpPr/>
          <p:nvPr/>
        </p:nvSpPr>
        <p:spPr>
          <a:xfrm>
            <a:off x="11134599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0" name="Shape 475"/>
          <p:cNvSpPr/>
          <p:nvPr/>
        </p:nvSpPr>
        <p:spPr>
          <a:xfrm>
            <a:off x="11145861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1" name="Shape 476"/>
          <p:cNvSpPr/>
          <p:nvPr/>
        </p:nvSpPr>
        <p:spPr>
          <a:xfrm>
            <a:off x="11157123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2" name="Shape 477"/>
          <p:cNvSpPr/>
          <p:nvPr/>
        </p:nvSpPr>
        <p:spPr>
          <a:xfrm>
            <a:off x="11168227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3" name="Shape 478"/>
          <p:cNvSpPr/>
          <p:nvPr/>
        </p:nvSpPr>
        <p:spPr>
          <a:xfrm>
            <a:off x="11179331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4" name="Shape 479"/>
          <p:cNvSpPr/>
          <p:nvPr/>
        </p:nvSpPr>
        <p:spPr>
          <a:xfrm>
            <a:off x="11190435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5" name="Shape 480"/>
          <p:cNvSpPr/>
          <p:nvPr/>
        </p:nvSpPr>
        <p:spPr>
          <a:xfrm>
            <a:off x="11201539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6" name="Shape 481"/>
          <p:cNvSpPr/>
          <p:nvPr/>
        </p:nvSpPr>
        <p:spPr>
          <a:xfrm>
            <a:off x="11212643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7" name="Shape 482"/>
          <p:cNvSpPr/>
          <p:nvPr/>
        </p:nvSpPr>
        <p:spPr>
          <a:xfrm>
            <a:off x="11223746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8" name="Shape 483"/>
          <p:cNvSpPr/>
          <p:nvPr/>
        </p:nvSpPr>
        <p:spPr>
          <a:xfrm>
            <a:off x="11234850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9" name="Shape 484"/>
          <p:cNvSpPr/>
          <p:nvPr/>
        </p:nvSpPr>
        <p:spPr>
          <a:xfrm>
            <a:off x="11245954" y="6134100"/>
            <a:ext cx="10945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0" name="Shape 485"/>
          <p:cNvSpPr/>
          <p:nvPr/>
        </p:nvSpPr>
        <p:spPr>
          <a:xfrm>
            <a:off x="11256899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1" name="Shape 486"/>
          <p:cNvSpPr/>
          <p:nvPr/>
        </p:nvSpPr>
        <p:spPr>
          <a:xfrm>
            <a:off x="11268003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2" name="Shape 487"/>
          <p:cNvSpPr/>
          <p:nvPr/>
        </p:nvSpPr>
        <p:spPr>
          <a:xfrm>
            <a:off x="11279107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3" name="Shape 488"/>
          <p:cNvSpPr/>
          <p:nvPr/>
        </p:nvSpPr>
        <p:spPr>
          <a:xfrm>
            <a:off x="11290211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4" name="Shape 489"/>
          <p:cNvSpPr/>
          <p:nvPr/>
        </p:nvSpPr>
        <p:spPr>
          <a:xfrm>
            <a:off x="11301315" y="6134100"/>
            <a:ext cx="11262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5" name="Shape 490"/>
          <p:cNvSpPr/>
          <p:nvPr/>
        </p:nvSpPr>
        <p:spPr>
          <a:xfrm>
            <a:off x="11312577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6" name="Shape 491"/>
          <p:cNvSpPr/>
          <p:nvPr/>
        </p:nvSpPr>
        <p:spPr>
          <a:xfrm>
            <a:off x="11323681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7" name="Shape 492"/>
          <p:cNvSpPr/>
          <p:nvPr/>
        </p:nvSpPr>
        <p:spPr>
          <a:xfrm>
            <a:off x="11334785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8" name="Shape 493"/>
          <p:cNvSpPr/>
          <p:nvPr/>
        </p:nvSpPr>
        <p:spPr>
          <a:xfrm>
            <a:off x="11345889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9" name="Shape 494"/>
          <p:cNvSpPr/>
          <p:nvPr/>
        </p:nvSpPr>
        <p:spPr>
          <a:xfrm>
            <a:off x="11356992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0" name="Shape 495"/>
          <p:cNvSpPr/>
          <p:nvPr/>
        </p:nvSpPr>
        <p:spPr>
          <a:xfrm>
            <a:off x="11368096" y="6134100"/>
            <a:ext cx="11104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1" name="Shape 496"/>
          <p:cNvSpPr/>
          <p:nvPr/>
        </p:nvSpPr>
        <p:spPr>
          <a:xfrm>
            <a:off x="6096000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2" name="Shape 497"/>
          <p:cNvSpPr/>
          <p:nvPr/>
        </p:nvSpPr>
        <p:spPr>
          <a:xfrm>
            <a:off x="6107262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3" name="Shape 498"/>
          <p:cNvSpPr/>
          <p:nvPr/>
        </p:nvSpPr>
        <p:spPr>
          <a:xfrm>
            <a:off x="6118366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4" name="Shape 499"/>
          <p:cNvSpPr/>
          <p:nvPr/>
        </p:nvSpPr>
        <p:spPr>
          <a:xfrm>
            <a:off x="6129470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5" name="Shape 500"/>
          <p:cNvSpPr/>
          <p:nvPr/>
        </p:nvSpPr>
        <p:spPr>
          <a:xfrm>
            <a:off x="6140733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6" name="Shape 501"/>
          <p:cNvSpPr/>
          <p:nvPr/>
        </p:nvSpPr>
        <p:spPr>
          <a:xfrm>
            <a:off x="6151836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7" name="Shape 502"/>
          <p:cNvSpPr/>
          <p:nvPr/>
        </p:nvSpPr>
        <p:spPr>
          <a:xfrm>
            <a:off x="6162940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8" name="Shape 503"/>
          <p:cNvSpPr/>
          <p:nvPr/>
        </p:nvSpPr>
        <p:spPr>
          <a:xfrm>
            <a:off x="6174361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9" name="Shape 504"/>
          <p:cNvSpPr/>
          <p:nvPr/>
        </p:nvSpPr>
        <p:spPr>
          <a:xfrm>
            <a:off x="6185465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0" name="Shape 505"/>
          <p:cNvSpPr/>
          <p:nvPr/>
        </p:nvSpPr>
        <p:spPr>
          <a:xfrm>
            <a:off x="6196569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1" name="Shape 506"/>
          <p:cNvSpPr/>
          <p:nvPr/>
        </p:nvSpPr>
        <p:spPr>
          <a:xfrm>
            <a:off x="6207673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2" name="Shape 507"/>
          <p:cNvSpPr/>
          <p:nvPr/>
        </p:nvSpPr>
        <p:spPr>
          <a:xfrm>
            <a:off x="6218777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3" name="Shape 508"/>
          <p:cNvSpPr/>
          <p:nvPr/>
        </p:nvSpPr>
        <p:spPr>
          <a:xfrm>
            <a:off x="6229880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4" name="Shape 509"/>
          <p:cNvSpPr/>
          <p:nvPr/>
        </p:nvSpPr>
        <p:spPr>
          <a:xfrm>
            <a:off x="6241143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5" name="Shape 510"/>
          <p:cNvSpPr/>
          <p:nvPr/>
        </p:nvSpPr>
        <p:spPr>
          <a:xfrm>
            <a:off x="6252405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6" name="Shape 511"/>
          <p:cNvSpPr/>
          <p:nvPr/>
        </p:nvSpPr>
        <p:spPr>
          <a:xfrm>
            <a:off x="6263509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7" name="Shape 512"/>
          <p:cNvSpPr/>
          <p:nvPr/>
        </p:nvSpPr>
        <p:spPr>
          <a:xfrm>
            <a:off x="6274613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8" name="Shape 513"/>
          <p:cNvSpPr/>
          <p:nvPr/>
        </p:nvSpPr>
        <p:spPr>
          <a:xfrm>
            <a:off x="6285717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9" name="Shape 514"/>
          <p:cNvSpPr/>
          <p:nvPr/>
        </p:nvSpPr>
        <p:spPr>
          <a:xfrm>
            <a:off x="6296821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0" name="Shape 515"/>
          <p:cNvSpPr/>
          <p:nvPr/>
        </p:nvSpPr>
        <p:spPr>
          <a:xfrm>
            <a:off x="6307924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1" name="Shape 516"/>
          <p:cNvSpPr/>
          <p:nvPr/>
        </p:nvSpPr>
        <p:spPr>
          <a:xfrm>
            <a:off x="6319028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2" name="Shape 517"/>
          <p:cNvSpPr/>
          <p:nvPr/>
        </p:nvSpPr>
        <p:spPr>
          <a:xfrm>
            <a:off x="6330291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3" name="Shape 518"/>
          <p:cNvSpPr/>
          <p:nvPr/>
        </p:nvSpPr>
        <p:spPr>
          <a:xfrm>
            <a:off x="6341395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4" name="Shape 519"/>
          <p:cNvSpPr/>
          <p:nvPr/>
        </p:nvSpPr>
        <p:spPr>
          <a:xfrm>
            <a:off x="6352498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5" name="Shape 520"/>
          <p:cNvSpPr/>
          <p:nvPr/>
        </p:nvSpPr>
        <p:spPr>
          <a:xfrm>
            <a:off x="6363602" y="6134100"/>
            <a:ext cx="10945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6" name="Shape 521"/>
          <p:cNvSpPr/>
          <p:nvPr/>
        </p:nvSpPr>
        <p:spPr>
          <a:xfrm>
            <a:off x="6374547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7" name="Shape 522"/>
          <p:cNvSpPr/>
          <p:nvPr/>
        </p:nvSpPr>
        <p:spPr>
          <a:xfrm>
            <a:off x="6385651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8" name="Shape 523"/>
          <p:cNvSpPr/>
          <p:nvPr/>
        </p:nvSpPr>
        <p:spPr>
          <a:xfrm>
            <a:off x="6396755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9" name="Shape 524"/>
          <p:cNvSpPr/>
          <p:nvPr/>
        </p:nvSpPr>
        <p:spPr>
          <a:xfrm>
            <a:off x="6408017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0" name="Shape 525"/>
          <p:cNvSpPr/>
          <p:nvPr/>
        </p:nvSpPr>
        <p:spPr>
          <a:xfrm>
            <a:off x="6419121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1" name="Shape 526"/>
          <p:cNvSpPr/>
          <p:nvPr/>
        </p:nvSpPr>
        <p:spPr>
          <a:xfrm>
            <a:off x="6430384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2" name="Shape 527"/>
          <p:cNvSpPr/>
          <p:nvPr/>
        </p:nvSpPr>
        <p:spPr>
          <a:xfrm>
            <a:off x="6441488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3" name="Shape 528"/>
          <p:cNvSpPr/>
          <p:nvPr/>
        </p:nvSpPr>
        <p:spPr>
          <a:xfrm>
            <a:off x="6452591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4" name="Shape 529"/>
          <p:cNvSpPr/>
          <p:nvPr/>
        </p:nvSpPr>
        <p:spPr>
          <a:xfrm>
            <a:off x="6463695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5" name="Shape 530"/>
          <p:cNvSpPr/>
          <p:nvPr/>
        </p:nvSpPr>
        <p:spPr>
          <a:xfrm>
            <a:off x="6474799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6" name="Shape 531"/>
          <p:cNvSpPr/>
          <p:nvPr/>
        </p:nvSpPr>
        <p:spPr>
          <a:xfrm>
            <a:off x="6485903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7" name="Shape 532"/>
          <p:cNvSpPr/>
          <p:nvPr/>
        </p:nvSpPr>
        <p:spPr>
          <a:xfrm>
            <a:off x="6497007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8" name="Shape 533"/>
          <p:cNvSpPr/>
          <p:nvPr/>
        </p:nvSpPr>
        <p:spPr>
          <a:xfrm>
            <a:off x="6508111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9" name="Shape 534"/>
          <p:cNvSpPr/>
          <p:nvPr/>
        </p:nvSpPr>
        <p:spPr>
          <a:xfrm>
            <a:off x="6519373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0" name="Shape 535"/>
          <p:cNvSpPr/>
          <p:nvPr/>
        </p:nvSpPr>
        <p:spPr>
          <a:xfrm>
            <a:off x="6530635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1" name="Shape 536"/>
          <p:cNvSpPr/>
          <p:nvPr/>
        </p:nvSpPr>
        <p:spPr>
          <a:xfrm>
            <a:off x="6541739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2" name="Shape 537"/>
          <p:cNvSpPr/>
          <p:nvPr/>
        </p:nvSpPr>
        <p:spPr>
          <a:xfrm>
            <a:off x="6552843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3" name="Shape 538"/>
          <p:cNvSpPr/>
          <p:nvPr/>
        </p:nvSpPr>
        <p:spPr>
          <a:xfrm>
            <a:off x="6564106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4" name="Shape 539"/>
          <p:cNvSpPr/>
          <p:nvPr/>
        </p:nvSpPr>
        <p:spPr>
          <a:xfrm>
            <a:off x="6575368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5" name="Shape 540"/>
          <p:cNvSpPr/>
          <p:nvPr/>
        </p:nvSpPr>
        <p:spPr>
          <a:xfrm>
            <a:off x="6586472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6" name="Shape 541"/>
          <p:cNvSpPr/>
          <p:nvPr/>
        </p:nvSpPr>
        <p:spPr>
          <a:xfrm>
            <a:off x="6597734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7" name="Shape 542"/>
          <p:cNvSpPr/>
          <p:nvPr/>
        </p:nvSpPr>
        <p:spPr>
          <a:xfrm>
            <a:off x="6608997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8" name="Shape 543"/>
          <p:cNvSpPr/>
          <p:nvPr/>
        </p:nvSpPr>
        <p:spPr>
          <a:xfrm>
            <a:off x="6620259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9" name="Shape 544"/>
          <p:cNvSpPr/>
          <p:nvPr/>
        </p:nvSpPr>
        <p:spPr>
          <a:xfrm>
            <a:off x="6631680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0" name="Shape 545"/>
          <p:cNvSpPr/>
          <p:nvPr/>
        </p:nvSpPr>
        <p:spPr>
          <a:xfrm>
            <a:off x="6642943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1" name="Shape 546"/>
          <p:cNvSpPr/>
          <p:nvPr/>
        </p:nvSpPr>
        <p:spPr>
          <a:xfrm>
            <a:off x="6654364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2" name="Shape 547"/>
          <p:cNvSpPr/>
          <p:nvPr/>
        </p:nvSpPr>
        <p:spPr>
          <a:xfrm>
            <a:off x="6665785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3" name="Shape 548"/>
          <p:cNvSpPr/>
          <p:nvPr/>
        </p:nvSpPr>
        <p:spPr>
          <a:xfrm>
            <a:off x="6677047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4" name="Shape 549"/>
          <p:cNvSpPr/>
          <p:nvPr/>
        </p:nvSpPr>
        <p:spPr>
          <a:xfrm>
            <a:off x="6688151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5" name="Shape 550"/>
          <p:cNvSpPr/>
          <p:nvPr/>
        </p:nvSpPr>
        <p:spPr>
          <a:xfrm>
            <a:off x="6699414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6" name="Shape 551"/>
          <p:cNvSpPr/>
          <p:nvPr/>
        </p:nvSpPr>
        <p:spPr>
          <a:xfrm>
            <a:off x="6710676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7" name="Shape 552"/>
          <p:cNvSpPr/>
          <p:nvPr/>
        </p:nvSpPr>
        <p:spPr>
          <a:xfrm>
            <a:off x="6721938" y="6134100"/>
            <a:ext cx="10945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8" name="Shape 553"/>
          <p:cNvSpPr/>
          <p:nvPr/>
        </p:nvSpPr>
        <p:spPr>
          <a:xfrm>
            <a:off x="6732884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9" name="Shape 554"/>
          <p:cNvSpPr/>
          <p:nvPr/>
        </p:nvSpPr>
        <p:spPr>
          <a:xfrm>
            <a:off x="6743988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0" name="Shape 555"/>
          <p:cNvSpPr/>
          <p:nvPr/>
        </p:nvSpPr>
        <p:spPr>
          <a:xfrm>
            <a:off x="6755250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1" name="Shape 556"/>
          <p:cNvSpPr/>
          <p:nvPr/>
        </p:nvSpPr>
        <p:spPr>
          <a:xfrm>
            <a:off x="6766354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2" name="Shape 557"/>
          <p:cNvSpPr/>
          <p:nvPr/>
        </p:nvSpPr>
        <p:spPr>
          <a:xfrm>
            <a:off x="6777458" y="6134100"/>
            <a:ext cx="10945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3" name="Shape 558"/>
          <p:cNvSpPr/>
          <p:nvPr/>
        </p:nvSpPr>
        <p:spPr>
          <a:xfrm>
            <a:off x="6788403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4" name="Shape 559"/>
          <p:cNvSpPr/>
          <p:nvPr/>
        </p:nvSpPr>
        <p:spPr>
          <a:xfrm>
            <a:off x="6799665" y="6134100"/>
            <a:ext cx="11738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5" name="Shape 560"/>
          <p:cNvSpPr/>
          <p:nvPr/>
        </p:nvSpPr>
        <p:spPr>
          <a:xfrm>
            <a:off x="6811404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6" name="Shape 561"/>
          <p:cNvSpPr/>
          <p:nvPr/>
        </p:nvSpPr>
        <p:spPr>
          <a:xfrm>
            <a:off x="6822507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7" name="Shape 562"/>
          <p:cNvSpPr/>
          <p:nvPr/>
        </p:nvSpPr>
        <p:spPr>
          <a:xfrm>
            <a:off x="6833928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8" name="Shape 563"/>
          <p:cNvSpPr/>
          <p:nvPr/>
        </p:nvSpPr>
        <p:spPr>
          <a:xfrm>
            <a:off x="6845191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9" name="Shape 564"/>
          <p:cNvSpPr/>
          <p:nvPr/>
        </p:nvSpPr>
        <p:spPr>
          <a:xfrm>
            <a:off x="6856453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0" name="Shape 565"/>
          <p:cNvSpPr/>
          <p:nvPr/>
        </p:nvSpPr>
        <p:spPr>
          <a:xfrm>
            <a:off x="6867716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1" name="Shape 566"/>
          <p:cNvSpPr/>
          <p:nvPr/>
        </p:nvSpPr>
        <p:spPr>
          <a:xfrm>
            <a:off x="6878978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2" name="Shape 567"/>
          <p:cNvSpPr/>
          <p:nvPr/>
        </p:nvSpPr>
        <p:spPr>
          <a:xfrm>
            <a:off x="6890399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3" name="Shape 568"/>
          <p:cNvSpPr/>
          <p:nvPr/>
        </p:nvSpPr>
        <p:spPr>
          <a:xfrm>
            <a:off x="6901662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4" name="Shape 569"/>
          <p:cNvSpPr/>
          <p:nvPr/>
        </p:nvSpPr>
        <p:spPr>
          <a:xfrm>
            <a:off x="6912766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5" name="Shape 570"/>
          <p:cNvSpPr/>
          <p:nvPr/>
        </p:nvSpPr>
        <p:spPr>
          <a:xfrm>
            <a:off x="6924028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6" name="Shape 571"/>
          <p:cNvSpPr/>
          <p:nvPr/>
        </p:nvSpPr>
        <p:spPr>
          <a:xfrm>
            <a:off x="6935291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7" name="Shape 572"/>
          <p:cNvSpPr/>
          <p:nvPr/>
        </p:nvSpPr>
        <p:spPr>
          <a:xfrm>
            <a:off x="6946553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8" name="Shape 573"/>
          <p:cNvSpPr/>
          <p:nvPr/>
        </p:nvSpPr>
        <p:spPr>
          <a:xfrm>
            <a:off x="6957815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9" name="Shape 574"/>
          <p:cNvSpPr/>
          <p:nvPr/>
        </p:nvSpPr>
        <p:spPr>
          <a:xfrm>
            <a:off x="6968919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0" name="Shape 575"/>
          <p:cNvSpPr/>
          <p:nvPr/>
        </p:nvSpPr>
        <p:spPr>
          <a:xfrm>
            <a:off x="6980182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1" name="Shape 576"/>
          <p:cNvSpPr/>
          <p:nvPr/>
        </p:nvSpPr>
        <p:spPr>
          <a:xfrm>
            <a:off x="6991286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2" name="Shape 577"/>
          <p:cNvSpPr/>
          <p:nvPr/>
        </p:nvSpPr>
        <p:spPr>
          <a:xfrm>
            <a:off x="7002548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3" name="Shape 578"/>
          <p:cNvSpPr/>
          <p:nvPr/>
        </p:nvSpPr>
        <p:spPr>
          <a:xfrm>
            <a:off x="7013810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4" name="Shape 579"/>
          <p:cNvSpPr/>
          <p:nvPr/>
        </p:nvSpPr>
        <p:spPr>
          <a:xfrm>
            <a:off x="7025232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5" name="Shape 580"/>
          <p:cNvSpPr/>
          <p:nvPr/>
        </p:nvSpPr>
        <p:spPr>
          <a:xfrm>
            <a:off x="7036335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6" name="Shape 581"/>
          <p:cNvSpPr/>
          <p:nvPr/>
        </p:nvSpPr>
        <p:spPr>
          <a:xfrm>
            <a:off x="7047756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7" name="Shape 582"/>
          <p:cNvSpPr/>
          <p:nvPr/>
        </p:nvSpPr>
        <p:spPr>
          <a:xfrm>
            <a:off x="7059019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8" name="Shape 583"/>
          <p:cNvSpPr/>
          <p:nvPr/>
        </p:nvSpPr>
        <p:spPr>
          <a:xfrm>
            <a:off x="7070123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9" name="Shape 584"/>
          <p:cNvSpPr/>
          <p:nvPr/>
        </p:nvSpPr>
        <p:spPr>
          <a:xfrm>
            <a:off x="7081385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0" name="Shape 585"/>
          <p:cNvSpPr/>
          <p:nvPr/>
        </p:nvSpPr>
        <p:spPr>
          <a:xfrm>
            <a:off x="7092489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1" name="Shape 586"/>
          <p:cNvSpPr/>
          <p:nvPr/>
        </p:nvSpPr>
        <p:spPr>
          <a:xfrm>
            <a:off x="7103751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2" name="Shape 587"/>
          <p:cNvSpPr/>
          <p:nvPr/>
        </p:nvSpPr>
        <p:spPr>
          <a:xfrm>
            <a:off x="7114855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3" name="Shape 588"/>
          <p:cNvSpPr/>
          <p:nvPr/>
        </p:nvSpPr>
        <p:spPr>
          <a:xfrm>
            <a:off x="7126118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4" name="Shape 589"/>
          <p:cNvSpPr/>
          <p:nvPr/>
        </p:nvSpPr>
        <p:spPr>
          <a:xfrm>
            <a:off x="7137539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5" name="Shape 590"/>
          <p:cNvSpPr/>
          <p:nvPr/>
        </p:nvSpPr>
        <p:spPr>
          <a:xfrm>
            <a:off x="7148643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6" name="Shape 591"/>
          <p:cNvSpPr/>
          <p:nvPr/>
        </p:nvSpPr>
        <p:spPr>
          <a:xfrm>
            <a:off x="7159746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7" name="Shape 592"/>
          <p:cNvSpPr/>
          <p:nvPr/>
        </p:nvSpPr>
        <p:spPr>
          <a:xfrm>
            <a:off x="7170850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8" name="Shape 593"/>
          <p:cNvSpPr/>
          <p:nvPr/>
        </p:nvSpPr>
        <p:spPr>
          <a:xfrm>
            <a:off x="7182271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9" name="Shape 594"/>
          <p:cNvSpPr/>
          <p:nvPr/>
        </p:nvSpPr>
        <p:spPr>
          <a:xfrm>
            <a:off x="7193534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0" name="Shape 595"/>
          <p:cNvSpPr/>
          <p:nvPr/>
        </p:nvSpPr>
        <p:spPr>
          <a:xfrm>
            <a:off x="7204638" y="6134100"/>
            <a:ext cx="11580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1" name="Shape 596"/>
          <p:cNvSpPr/>
          <p:nvPr/>
        </p:nvSpPr>
        <p:spPr>
          <a:xfrm>
            <a:off x="7216217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2" name="Shape 597"/>
          <p:cNvSpPr/>
          <p:nvPr/>
        </p:nvSpPr>
        <p:spPr>
          <a:xfrm>
            <a:off x="7227480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3" name="Shape 598"/>
          <p:cNvSpPr/>
          <p:nvPr/>
        </p:nvSpPr>
        <p:spPr>
          <a:xfrm>
            <a:off x="7238584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4" name="Shape 599"/>
          <p:cNvSpPr/>
          <p:nvPr/>
        </p:nvSpPr>
        <p:spPr>
          <a:xfrm>
            <a:off x="7249846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5" name="Shape 600"/>
          <p:cNvSpPr/>
          <p:nvPr/>
        </p:nvSpPr>
        <p:spPr>
          <a:xfrm>
            <a:off x="7260950" y="6134100"/>
            <a:ext cx="11580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6" name="Shape 601"/>
          <p:cNvSpPr/>
          <p:nvPr/>
        </p:nvSpPr>
        <p:spPr>
          <a:xfrm>
            <a:off x="7272530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7" name="Shape 602"/>
          <p:cNvSpPr/>
          <p:nvPr/>
        </p:nvSpPr>
        <p:spPr>
          <a:xfrm>
            <a:off x="7283792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8" name="Shape 603"/>
          <p:cNvSpPr/>
          <p:nvPr/>
        </p:nvSpPr>
        <p:spPr>
          <a:xfrm>
            <a:off x="7295054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9" name="Shape 604"/>
          <p:cNvSpPr/>
          <p:nvPr/>
        </p:nvSpPr>
        <p:spPr>
          <a:xfrm>
            <a:off x="7306476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0" name="Shape 605"/>
          <p:cNvSpPr/>
          <p:nvPr/>
        </p:nvSpPr>
        <p:spPr>
          <a:xfrm>
            <a:off x="7317738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1" name="Shape 606"/>
          <p:cNvSpPr/>
          <p:nvPr/>
        </p:nvSpPr>
        <p:spPr>
          <a:xfrm>
            <a:off x="7329000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2" name="Shape 607"/>
          <p:cNvSpPr/>
          <p:nvPr/>
        </p:nvSpPr>
        <p:spPr>
          <a:xfrm>
            <a:off x="7340104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3" name="Shape 608"/>
          <p:cNvSpPr/>
          <p:nvPr/>
        </p:nvSpPr>
        <p:spPr>
          <a:xfrm>
            <a:off x="7351525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4" name="Shape 609"/>
          <p:cNvSpPr/>
          <p:nvPr/>
        </p:nvSpPr>
        <p:spPr>
          <a:xfrm>
            <a:off x="7362788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5" name="Shape 610"/>
          <p:cNvSpPr/>
          <p:nvPr/>
        </p:nvSpPr>
        <p:spPr>
          <a:xfrm>
            <a:off x="7373892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6" name="Shape 611"/>
          <p:cNvSpPr/>
          <p:nvPr/>
        </p:nvSpPr>
        <p:spPr>
          <a:xfrm>
            <a:off x="7385154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7" name="Shape 612"/>
          <p:cNvSpPr/>
          <p:nvPr/>
        </p:nvSpPr>
        <p:spPr>
          <a:xfrm>
            <a:off x="7396417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8" name="Shape 613"/>
          <p:cNvSpPr/>
          <p:nvPr/>
        </p:nvSpPr>
        <p:spPr>
          <a:xfrm>
            <a:off x="7407679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9" name="Shape 614"/>
          <p:cNvSpPr/>
          <p:nvPr/>
        </p:nvSpPr>
        <p:spPr>
          <a:xfrm>
            <a:off x="7418783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0" name="Shape 615"/>
          <p:cNvSpPr/>
          <p:nvPr/>
        </p:nvSpPr>
        <p:spPr>
          <a:xfrm>
            <a:off x="7430204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1" name="Shape 616"/>
          <p:cNvSpPr/>
          <p:nvPr/>
        </p:nvSpPr>
        <p:spPr>
          <a:xfrm>
            <a:off x="7441308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2" name="Shape 617"/>
          <p:cNvSpPr/>
          <p:nvPr/>
        </p:nvSpPr>
        <p:spPr>
          <a:xfrm>
            <a:off x="7452570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3" name="Shape 618"/>
          <p:cNvSpPr/>
          <p:nvPr/>
        </p:nvSpPr>
        <p:spPr>
          <a:xfrm>
            <a:off x="7463833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4" name="Shape 619"/>
          <p:cNvSpPr/>
          <p:nvPr/>
        </p:nvSpPr>
        <p:spPr>
          <a:xfrm>
            <a:off x="7475254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5" name="Shape 620"/>
          <p:cNvSpPr/>
          <p:nvPr/>
        </p:nvSpPr>
        <p:spPr>
          <a:xfrm>
            <a:off x="7486516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6" name="Shape 621"/>
          <p:cNvSpPr/>
          <p:nvPr/>
        </p:nvSpPr>
        <p:spPr>
          <a:xfrm>
            <a:off x="7497620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7" name="Shape 622"/>
          <p:cNvSpPr/>
          <p:nvPr/>
        </p:nvSpPr>
        <p:spPr>
          <a:xfrm>
            <a:off x="7508882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8" name="Shape 623"/>
          <p:cNvSpPr/>
          <p:nvPr/>
        </p:nvSpPr>
        <p:spPr>
          <a:xfrm>
            <a:off x="7520304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9" name="Shape 624"/>
          <p:cNvSpPr/>
          <p:nvPr/>
        </p:nvSpPr>
        <p:spPr>
          <a:xfrm>
            <a:off x="7531407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0" name="Shape 625"/>
          <p:cNvSpPr/>
          <p:nvPr/>
        </p:nvSpPr>
        <p:spPr>
          <a:xfrm>
            <a:off x="7542511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1" name="Shape 626"/>
          <p:cNvSpPr/>
          <p:nvPr/>
        </p:nvSpPr>
        <p:spPr>
          <a:xfrm>
            <a:off x="7553615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2" name="Shape 627"/>
          <p:cNvSpPr/>
          <p:nvPr/>
        </p:nvSpPr>
        <p:spPr>
          <a:xfrm>
            <a:off x="7565036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3" name="Shape 628"/>
          <p:cNvSpPr/>
          <p:nvPr/>
        </p:nvSpPr>
        <p:spPr>
          <a:xfrm>
            <a:off x="7576140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4" name="Shape 629"/>
          <p:cNvSpPr/>
          <p:nvPr/>
        </p:nvSpPr>
        <p:spPr>
          <a:xfrm>
            <a:off x="7587402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5" name="Shape 630"/>
          <p:cNvSpPr/>
          <p:nvPr/>
        </p:nvSpPr>
        <p:spPr>
          <a:xfrm>
            <a:off x="7598665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6" name="Shape 631"/>
          <p:cNvSpPr/>
          <p:nvPr/>
        </p:nvSpPr>
        <p:spPr>
          <a:xfrm>
            <a:off x="7609927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7" name="Shape 632"/>
          <p:cNvSpPr/>
          <p:nvPr/>
        </p:nvSpPr>
        <p:spPr>
          <a:xfrm>
            <a:off x="7621190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8" name="Shape 633"/>
          <p:cNvSpPr/>
          <p:nvPr/>
        </p:nvSpPr>
        <p:spPr>
          <a:xfrm>
            <a:off x="7632452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9" name="Shape 634"/>
          <p:cNvSpPr/>
          <p:nvPr/>
        </p:nvSpPr>
        <p:spPr>
          <a:xfrm>
            <a:off x="7643873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0" name="Shape 635"/>
          <p:cNvSpPr/>
          <p:nvPr/>
        </p:nvSpPr>
        <p:spPr>
          <a:xfrm>
            <a:off x="7655136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1" name="Shape 636"/>
          <p:cNvSpPr/>
          <p:nvPr/>
        </p:nvSpPr>
        <p:spPr>
          <a:xfrm flipV="1">
            <a:off x="7666398" y="6104560"/>
            <a:ext cx="11262" cy="2954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2" name="Shape 637"/>
          <p:cNvSpPr/>
          <p:nvPr/>
        </p:nvSpPr>
        <p:spPr>
          <a:xfrm flipV="1">
            <a:off x="7677661" y="6030710"/>
            <a:ext cx="11262" cy="7385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3" name="Shape 638"/>
          <p:cNvSpPr/>
          <p:nvPr/>
        </p:nvSpPr>
        <p:spPr>
          <a:xfrm flipV="1">
            <a:off x="7688923" y="5922396"/>
            <a:ext cx="11104" cy="10831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4" name="Shape 639"/>
          <p:cNvSpPr/>
          <p:nvPr/>
        </p:nvSpPr>
        <p:spPr>
          <a:xfrm flipV="1">
            <a:off x="7700027" y="5838699"/>
            <a:ext cx="11104" cy="8369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5" name="Shape 640"/>
          <p:cNvSpPr/>
          <p:nvPr/>
        </p:nvSpPr>
        <p:spPr>
          <a:xfrm flipV="1">
            <a:off x="7711131" y="5740232"/>
            <a:ext cx="11104" cy="9846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6" name="Shape 641"/>
          <p:cNvSpPr/>
          <p:nvPr/>
        </p:nvSpPr>
        <p:spPr>
          <a:xfrm flipV="1">
            <a:off x="7722235" y="5666382"/>
            <a:ext cx="11104" cy="7385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7" name="Shape 642"/>
          <p:cNvSpPr/>
          <p:nvPr/>
        </p:nvSpPr>
        <p:spPr>
          <a:xfrm flipV="1">
            <a:off x="7733338" y="5587608"/>
            <a:ext cx="11262" cy="7877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8" name="Shape 643"/>
          <p:cNvSpPr/>
          <p:nvPr/>
        </p:nvSpPr>
        <p:spPr>
          <a:xfrm flipV="1">
            <a:off x="7744601" y="5494065"/>
            <a:ext cx="11104" cy="9354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9" name="Shape 644"/>
          <p:cNvSpPr/>
          <p:nvPr/>
        </p:nvSpPr>
        <p:spPr>
          <a:xfrm flipV="1">
            <a:off x="7755705" y="5415291"/>
            <a:ext cx="11104" cy="7877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0" name="Shape 645"/>
          <p:cNvSpPr/>
          <p:nvPr/>
        </p:nvSpPr>
        <p:spPr>
          <a:xfrm flipV="1">
            <a:off x="7766808" y="5341441"/>
            <a:ext cx="11104" cy="7385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1" name="Shape 646"/>
          <p:cNvSpPr/>
          <p:nvPr/>
        </p:nvSpPr>
        <p:spPr>
          <a:xfrm flipV="1">
            <a:off x="7777912" y="5242974"/>
            <a:ext cx="11262" cy="9846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2" name="Shape 647"/>
          <p:cNvSpPr/>
          <p:nvPr/>
        </p:nvSpPr>
        <p:spPr>
          <a:xfrm flipV="1">
            <a:off x="7789175" y="5169124"/>
            <a:ext cx="11580" cy="7385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3" name="Shape 648"/>
          <p:cNvSpPr/>
          <p:nvPr/>
        </p:nvSpPr>
        <p:spPr>
          <a:xfrm flipV="1">
            <a:off x="7800754" y="5075580"/>
            <a:ext cx="11262" cy="9354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4" name="Shape 649"/>
          <p:cNvSpPr/>
          <p:nvPr/>
        </p:nvSpPr>
        <p:spPr>
          <a:xfrm>
            <a:off x="7812017" y="507558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5" name="Shape 650"/>
          <p:cNvSpPr/>
          <p:nvPr/>
        </p:nvSpPr>
        <p:spPr>
          <a:xfrm>
            <a:off x="7823121" y="5075580"/>
            <a:ext cx="11104" cy="1477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6" name="Shape 651"/>
          <p:cNvSpPr/>
          <p:nvPr/>
        </p:nvSpPr>
        <p:spPr>
          <a:xfrm>
            <a:off x="7834225" y="5090350"/>
            <a:ext cx="11262" cy="1477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7" name="Shape 652"/>
          <p:cNvSpPr/>
          <p:nvPr/>
        </p:nvSpPr>
        <p:spPr>
          <a:xfrm>
            <a:off x="7845487" y="5105120"/>
            <a:ext cx="11104" cy="1477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8" name="Shape 653"/>
          <p:cNvSpPr/>
          <p:nvPr/>
        </p:nvSpPr>
        <p:spPr>
          <a:xfrm>
            <a:off x="7856591" y="5119890"/>
            <a:ext cx="11262" cy="7877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9" name="Shape 654"/>
          <p:cNvSpPr/>
          <p:nvPr/>
        </p:nvSpPr>
        <p:spPr>
          <a:xfrm>
            <a:off x="7867853" y="5198664"/>
            <a:ext cx="11262" cy="7877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0" name="Shape 655"/>
          <p:cNvSpPr/>
          <p:nvPr/>
        </p:nvSpPr>
        <p:spPr>
          <a:xfrm>
            <a:off x="7879116" y="5277437"/>
            <a:ext cx="11262" cy="9846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1" name="Shape 656"/>
          <p:cNvSpPr/>
          <p:nvPr/>
        </p:nvSpPr>
        <p:spPr>
          <a:xfrm>
            <a:off x="7890378" y="5375904"/>
            <a:ext cx="11262" cy="7877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2" name="Shape 657"/>
          <p:cNvSpPr/>
          <p:nvPr/>
        </p:nvSpPr>
        <p:spPr>
          <a:xfrm>
            <a:off x="7901641" y="5454678"/>
            <a:ext cx="11421" cy="9846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3" name="Shape 658"/>
          <p:cNvSpPr/>
          <p:nvPr/>
        </p:nvSpPr>
        <p:spPr>
          <a:xfrm>
            <a:off x="7913062" y="5553145"/>
            <a:ext cx="11262" cy="7877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4" name="Shape 659"/>
          <p:cNvSpPr/>
          <p:nvPr/>
        </p:nvSpPr>
        <p:spPr>
          <a:xfrm>
            <a:off x="7924324" y="5631919"/>
            <a:ext cx="11262" cy="9354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5" name="Shape 660"/>
          <p:cNvSpPr/>
          <p:nvPr/>
        </p:nvSpPr>
        <p:spPr>
          <a:xfrm>
            <a:off x="7935587" y="5725462"/>
            <a:ext cx="11262" cy="7385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6" name="Shape 661"/>
          <p:cNvSpPr/>
          <p:nvPr/>
        </p:nvSpPr>
        <p:spPr>
          <a:xfrm>
            <a:off x="7946849" y="5799312"/>
            <a:ext cx="11262" cy="7385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7" name="Shape 662"/>
          <p:cNvSpPr/>
          <p:nvPr/>
        </p:nvSpPr>
        <p:spPr>
          <a:xfrm>
            <a:off x="7958111" y="5873163"/>
            <a:ext cx="11262" cy="9846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8" name="Shape 663"/>
          <p:cNvSpPr/>
          <p:nvPr/>
        </p:nvSpPr>
        <p:spPr>
          <a:xfrm>
            <a:off x="7969374" y="5971629"/>
            <a:ext cx="11104" cy="7385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9" name="Shape 664"/>
          <p:cNvSpPr/>
          <p:nvPr/>
        </p:nvSpPr>
        <p:spPr>
          <a:xfrm>
            <a:off x="7980478" y="6045480"/>
            <a:ext cx="11104" cy="8369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0" name="Shape 665"/>
          <p:cNvSpPr/>
          <p:nvPr/>
        </p:nvSpPr>
        <p:spPr>
          <a:xfrm>
            <a:off x="7991582" y="6129177"/>
            <a:ext cx="11262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1" name="Shape 666"/>
          <p:cNvSpPr/>
          <p:nvPr/>
        </p:nvSpPr>
        <p:spPr>
          <a:xfrm>
            <a:off x="8002844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2" name="Shape 667"/>
          <p:cNvSpPr/>
          <p:nvPr/>
        </p:nvSpPr>
        <p:spPr>
          <a:xfrm>
            <a:off x="8014106" y="613410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3" name="Shape 668"/>
          <p:cNvSpPr/>
          <p:nvPr/>
        </p:nvSpPr>
        <p:spPr>
          <a:xfrm>
            <a:off x="8025528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4" name="Shape 669"/>
          <p:cNvSpPr/>
          <p:nvPr/>
        </p:nvSpPr>
        <p:spPr>
          <a:xfrm>
            <a:off x="8036790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5" name="Shape 670"/>
          <p:cNvSpPr/>
          <p:nvPr/>
        </p:nvSpPr>
        <p:spPr>
          <a:xfrm>
            <a:off x="8047894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6" name="Shape 671"/>
          <p:cNvSpPr/>
          <p:nvPr/>
        </p:nvSpPr>
        <p:spPr>
          <a:xfrm>
            <a:off x="8059156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7" name="Shape 672"/>
          <p:cNvSpPr/>
          <p:nvPr/>
        </p:nvSpPr>
        <p:spPr>
          <a:xfrm flipV="1">
            <a:off x="8070260" y="6119330"/>
            <a:ext cx="11262" cy="1477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8" name="Shape 673"/>
          <p:cNvSpPr/>
          <p:nvPr/>
        </p:nvSpPr>
        <p:spPr>
          <a:xfrm>
            <a:off x="8081523" y="611933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9" name="Shape 674"/>
          <p:cNvSpPr/>
          <p:nvPr/>
        </p:nvSpPr>
        <p:spPr>
          <a:xfrm flipV="1">
            <a:off x="8092626" y="6050403"/>
            <a:ext cx="11104" cy="6892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0" name="Shape 675"/>
          <p:cNvSpPr/>
          <p:nvPr/>
        </p:nvSpPr>
        <p:spPr>
          <a:xfrm flipV="1">
            <a:off x="8103730" y="5961783"/>
            <a:ext cx="11580" cy="8862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1" name="Shape 676"/>
          <p:cNvSpPr/>
          <p:nvPr/>
        </p:nvSpPr>
        <p:spPr>
          <a:xfrm flipV="1">
            <a:off x="8115310" y="5853469"/>
            <a:ext cx="11104" cy="10831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2" name="Shape 677"/>
          <p:cNvSpPr/>
          <p:nvPr/>
        </p:nvSpPr>
        <p:spPr>
          <a:xfrm flipV="1">
            <a:off x="8126414" y="5774696"/>
            <a:ext cx="11262" cy="7877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3" name="Shape 678"/>
          <p:cNvSpPr/>
          <p:nvPr/>
        </p:nvSpPr>
        <p:spPr>
          <a:xfrm flipV="1">
            <a:off x="8137676" y="5676229"/>
            <a:ext cx="11262" cy="9846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4" name="Shape 679"/>
          <p:cNvSpPr/>
          <p:nvPr/>
        </p:nvSpPr>
        <p:spPr>
          <a:xfrm flipV="1">
            <a:off x="8148939" y="5602378"/>
            <a:ext cx="11104" cy="7385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5" name="Shape 680"/>
          <p:cNvSpPr/>
          <p:nvPr/>
        </p:nvSpPr>
        <p:spPr>
          <a:xfrm flipV="1">
            <a:off x="8160042" y="5523605"/>
            <a:ext cx="11262" cy="7877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6" name="Shape 681"/>
          <p:cNvSpPr/>
          <p:nvPr/>
        </p:nvSpPr>
        <p:spPr>
          <a:xfrm flipV="1">
            <a:off x="8171305" y="5430061"/>
            <a:ext cx="11104" cy="9354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7" name="Shape 682"/>
          <p:cNvSpPr/>
          <p:nvPr/>
        </p:nvSpPr>
        <p:spPr>
          <a:xfrm flipV="1">
            <a:off x="8182409" y="5351288"/>
            <a:ext cx="11421" cy="7877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8" name="Shape 683"/>
          <p:cNvSpPr/>
          <p:nvPr/>
        </p:nvSpPr>
        <p:spPr>
          <a:xfrm flipV="1">
            <a:off x="8193830" y="5252821"/>
            <a:ext cx="11262" cy="9846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9" name="Shape 684"/>
          <p:cNvSpPr/>
          <p:nvPr/>
        </p:nvSpPr>
        <p:spPr>
          <a:xfrm flipV="1">
            <a:off x="8205092" y="5178970"/>
            <a:ext cx="11104" cy="7385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0" name="Shape 685"/>
          <p:cNvSpPr/>
          <p:nvPr/>
        </p:nvSpPr>
        <p:spPr>
          <a:xfrm flipV="1">
            <a:off x="8216196" y="5100197"/>
            <a:ext cx="11104" cy="7877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1" name="Shape 686"/>
          <p:cNvSpPr/>
          <p:nvPr/>
        </p:nvSpPr>
        <p:spPr>
          <a:xfrm flipV="1">
            <a:off x="8227300" y="5075580"/>
            <a:ext cx="11104" cy="2461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2" name="Shape 687"/>
          <p:cNvSpPr/>
          <p:nvPr/>
        </p:nvSpPr>
        <p:spPr>
          <a:xfrm>
            <a:off x="8238404" y="5075580"/>
            <a:ext cx="10945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3" name="Shape 688"/>
          <p:cNvSpPr/>
          <p:nvPr/>
        </p:nvSpPr>
        <p:spPr>
          <a:xfrm>
            <a:off x="8249349" y="5075580"/>
            <a:ext cx="11421" cy="1477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4" name="Shape 689"/>
          <p:cNvSpPr/>
          <p:nvPr/>
        </p:nvSpPr>
        <p:spPr>
          <a:xfrm>
            <a:off x="8260770" y="509035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5" name="Shape 690"/>
          <p:cNvSpPr/>
          <p:nvPr/>
        </p:nvSpPr>
        <p:spPr>
          <a:xfrm flipV="1">
            <a:off x="8271874" y="5085427"/>
            <a:ext cx="11262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6" name="Shape 691"/>
          <p:cNvSpPr/>
          <p:nvPr/>
        </p:nvSpPr>
        <p:spPr>
          <a:xfrm>
            <a:off x="8283136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7" name="Shape 692"/>
          <p:cNvSpPr/>
          <p:nvPr/>
        </p:nvSpPr>
        <p:spPr>
          <a:xfrm flipV="1">
            <a:off x="8294557" y="5080504"/>
            <a:ext cx="11104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8" name="Shape 693"/>
          <p:cNvSpPr/>
          <p:nvPr/>
        </p:nvSpPr>
        <p:spPr>
          <a:xfrm>
            <a:off x="8305661" y="5080504"/>
            <a:ext cx="11104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9" name="Shape 694"/>
          <p:cNvSpPr/>
          <p:nvPr/>
        </p:nvSpPr>
        <p:spPr>
          <a:xfrm>
            <a:off x="8316765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0" name="Shape 695"/>
          <p:cNvSpPr/>
          <p:nvPr/>
        </p:nvSpPr>
        <p:spPr>
          <a:xfrm flipV="1">
            <a:off x="8327869" y="5080504"/>
            <a:ext cx="11104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1" name="Shape 696"/>
          <p:cNvSpPr/>
          <p:nvPr/>
        </p:nvSpPr>
        <p:spPr>
          <a:xfrm>
            <a:off x="8338973" y="5080504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2" name="Shape 697"/>
          <p:cNvSpPr/>
          <p:nvPr/>
        </p:nvSpPr>
        <p:spPr>
          <a:xfrm>
            <a:off x="8350235" y="5080504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3" name="Shape 698"/>
          <p:cNvSpPr/>
          <p:nvPr/>
        </p:nvSpPr>
        <p:spPr>
          <a:xfrm flipV="1">
            <a:off x="8361339" y="5075580"/>
            <a:ext cx="11262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4" name="Shape 699"/>
          <p:cNvSpPr/>
          <p:nvPr/>
        </p:nvSpPr>
        <p:spPr>
          <a:xfrm>
            <a:off x="8372601" y="507558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5" name="Shape 700"/>
          <p:cNvSpPr/>
          <p:nvPr/>
        </p:nvSpPr>
        <p:spPr>
          <a:xfrm>
            <a:off x="8383705" y="5075580"/>
            <a:ext cx="10945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6" name="Shape 701"/>
          <p:cNvSpPr/>
          <p:nvPr/>
        </p:nvSpPr>
        <p:spPr>
          <a:xfrm>
            <a:off x="8394650" y="507558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7" name="Shape 702"/>
          <p:cNvSpPr/>
          <p:nvPr/>
        </p:nvSpPr>
        <p:spPr>
          <a:xfrm>
            <a:off x="8405754" y="507558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8" name="Shape 703"/>
          <p:cNvSpPr/>
          <p:nvPr/>
        </p:nvSpPr>
        <p:spPr>
          <a:xfrm>
            <a:off x="8417017" y="507558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9" name="Shape 704"/>
          <p:cNvSpPr/>
          <p:nvPr/>
        </p:nvSpPr>
        <p:spPr>
          <a:xfrm>
            <a:off x="8428279" y="507558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0" name="Shape 705"/>
          <p:cNvSpPr/>
          <p:nvPr/>
        </p:nvSpPr>
        <p:spPr>
          <a:xfrm>
            <a:off x="8439542" y="5075580"/>
            <a:ext cx="11262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1" name="Shape 706"/>
          <p:cNvSpPr/>
          <p:nvPr/>
        </p:nvSpPr>
        <p:spPr>
          <a:xfrm>
            <a:off x="8450804" y="5080504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2" name="Shape 707"/>
          <p:cNvSpPr/>
          <p:nvPr/>
        </p:nvSpPr>
        <p:spPr>
          <a:xfrm>
            <a:off x="8462225" y="5080504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3" name="Shape 708"/>
          <p:cNvSpPr/>
          <p:nvPr/>
        </p:nvSpPr>
        <p:spPr>
          <a:xfrm>
            <a:off x="8473646" y="5080504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4" name="Shape 709"/>
          <p:cNvSpPr/>
          <p:nvPr/>
        </p:nvSpPr>
        <p:spPr>
          <a:xfrm>
            <a:off x="8484750" y="5080504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5" name="Shape 710"/>
          <p:cNvSpPr/>
          <p:nvPr/>
        </p:nvSpPr>
        <p:spPr>
          <a:xfrm>
            <a:off x="8496012" y="5080504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6" name="Shape 711"/>
          <p:cNvSpPr/>
          <p:nvPr/>
        </p:nvSpPr>
        <p:spPr>
          <a:xfrm>
            <a:off x="8507275" y="5080504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7" name="Shape 712"/>
          <p:cNvSpPr/>
          <p:nvPr/>
        </p:nvSpPr>
        <p:spPr>
          <a:xfrm>
            <a:off x="8518379" y="5080504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8" name="Shape 713"/>
          <p:cNvSpPr/>
          <p:nvPr/>
        </p:nvSpPr>
        <p:spPr>
          <a:xfrm>
            <a:off x="8529641" y="5080504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9" name="Shape 714"/>
          <p:cNvSpPr/>
          <p:nvPr/>
        </p:nvSpPr>
        <p:spPr>
          <a:xfrm>
            <a:off x="8540745" y="5080504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0" name="Shape 715"/>
          <p:cNvSpPr/>
          <p:nvPr/>
        </p:nvSpPr>
        <p:spPr>
          <a:xfrm>
            <a:off x="8551849" y="5080504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1" name="Shape 716"/>
          <p:cNvSpPr/>
          <p:nvPr/>
        </p:nvSpPr>
        <p:spPr>
          <a:xfrm>
            <a:off x="8562953" y="5080504"/>
            <a:ext cx="11262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2" name="Shape 717"/>
          <p:cNvSpPr/>
          <p:nvPr/>
        </p:nvSpPr>
        <p:spPr>
          <a:xfrm>
            <a:off x="8574215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3" name="Shape 718"/>
          <p:cNvSpPr/>
          <p:nvPr/>
        </p:nvSpPr>
        <p:spPr>
          <a:xfrm>
            <a:off x="8585478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4" name="Shape 719"/>
          <p:cNvSpPr/>
          <p:nvPr/>
        </p:nvSpPr>
        <p:spPr>
          <a:xfrm>
            <a:off x="8596899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5" name="Shape 720"/>
          <p:cNvSpPr/>
          <p:nvPr/>
        </p:nvSpPr>
        <p:spPr>
          <a:xfrm>
            <a:off x="8608161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6" name="Shape 721"/>
          <p:cNvSpPr/>
          <p:nvPr/>
        </p:nvSpPr>
        <p:spPr>
          <a:xfrm>
            <a:off x="8619582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7" name="Shape 722"/>
          <p:cNvSpPr/>
          <p:nvPr/>
        </p:nvSpPr>
        <p:spPr>
          <a:xfrm>
            <a:off x="8630845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8" name="Shape 723"/>
          <p:cNvSpPr/>
          <p:nvPr/>
        </p:nvSpPr>
        <p:spPr>
          <a:xfrm>
            <a:off x="8642266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9" name="Shape 724"/>
          <p:cNvSpPr/>
          <p:nvPr/>
        </p:nvSpPr>
        <p:spPr>
          <a:xfrm>
            <a:off x="8653370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0" name="Shape 725"/>
          <p:cNvSpPr/>
          <p:nvPr/>
        </p:nvSpPr>
        <p:spPr>
          <a:xfrm>
            <a:off x="8664473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1" name="Shape 726"/>
          <p:cNvSpPr/>
          <p:nvPr/>
        </p:nvSpPr>
        <p:spPr>
          <a:xfrm>
            <a:off x="8675736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2" name="Shape 727"/>
          <p:cNvSpPr/>
          <p:nvPr/>
        </p:nvSpPr>
        <p:spPr>
          <a:xfrm>
            <a:off x="8686840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3" name="Shape 728"/>
          <p:cNvSpPr/>
          <p:nvPr/>
        </p:nvSpPr>
        <p:spPr>
          <a:xfrm>
            <a:off x="8698102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4" name="Shape 729"/>
          <p:cNvSpPr/>
          <p:nvPr/>
        </p:nvSpPr>
        <p:spPr>
          <a:xfrm>
            <a:off x="8709365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5" name="Shape 730"/>
          <p:cNvSpPr/>
          <p:nvPr/>
        </p:nvSpPr>
        <p:spPr>
          <a:xfrm>
            <a:off x="8720627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6" name="Shape 731"/>
          <p:cNvSpPr/>
          <p:nvPr/>
        </p:nvSpPr>
        <p:spPr>
          <a:xfrm>
            <a:off x="8731731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7" name="Shape 732"/>
          <p:cNvSpPr/>
          <p:nvPr/>
        </p:nvSpPr>
        <p:spPr>
          <a:xfrm>
            <a:off x="8742993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8" name="Shape 733"/>
          <p:cNvSpPr/>
          <p:nvPr/>
        </p:nvSpPr>
        <p:spPr>
          <a:xfrm>
            <a:off x="8754256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9" name="Shape 734"/>
          <p:cNvSpPr/>
          <p:nvPr/>
        </p:nvSpPr>
        <p:spPr>
          <a:xfrm>
            <a:off x="8765360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0" name="Shape 735"/>
          <p:cNvSpPr/>
          <p:nvPr/>
        </p:nvSpPr>
        <p:spPr>
          <a:xfrm>
            <a:off x="8776622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1" name="Shape 736"/>
          <p:cNvSpPr/>
          <p:nvPr/>
        </p:nvSpPr>
        <p:spPr>
          <a:xfrm>
            <a:off x="8787726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2" name="Shape 737"/>
          <p:cNvSpPr/>
          <p:nvPr/>
        </p:nvSpPr>
        <p:spPr>
          <a:xfrm>
            <a:off x="8798830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3" name="Shape 738"/>
          <p:cNvSpPr/>
          <p:nvPr/>
        </p:nvSpPr>
        <p:spPr>
          <a:xfrm>
            <a:off x="8809933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4" name="Shape 739"/>
          <p:cNvSpPr/>
          <p:nvPr/>
        </p:nvSpPr>
        <p:spPr>
          <a:xfrm>
            <a:off x="8821196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5" name="Shape 740"/>
          <p:cNvSpPr/>
          <p:nvPr/>
        </p:nvSpPr>
        <p:spPr>
          <a:xfrm>
            <a:off x="8832458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6" name="Shape 741"/>
          <p:cNvSpPr/>
          <p:nvPr/>
        </p:nvSpPr>
        <p:spPr>
          <a:xfrm>
            <a:off x="8843562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7" name="Shape 742"/>
          <p:cNvSpPr/>
          <p:nvPr/>
        </p:nvSpPr>
        <p:spPr>
          <a:xfrm>
            <a:off x="8854825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8" name="Shape 743"/>
          <p:cNvSpPr/>
          <p:nvPr/>
        </p:nvSpPr>
        <p:spPr>
          <a:xfrm>
            <a:off x="8866087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9" name="Shape 744"/>
          <p:cNvSpPr/>
          <p:nvPr/>
        </p:nvSpPr>
        <p:spPr>
          <a:xfrm>
            <a:off x="8877350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0" name="Shape 745"/>
          <p:cNvSpPr/>
          <p:nvPr/>
        </p:nvSpPr>
        <p:spPr>
          <a:xfrm>
            <a:off x="8888612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1" name="Shape 746"/>
          <p:cNvSpPr/>
          <p:nvPr/>
        </p:nvSpPr>
        <p:spPr>
          <a:xfrm>
            <a:off x="8899716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2" name="Shape 747"/>
          <p:cNvSpPr/>
          <p:nvPr/>
        </p:nvSpPr>
        <p:spPr>
          <a:xfrm>
            <a:off x="8910820" y="5085427"/>
            <a:ext cx="11580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3" name="Shape 748"/>
          <p:cNvSpPr/>
          <p:nvPr/>
        </p:nvSpPr>
        <p:spPr>
          <a:xfrm>
            <a:off x="8922399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4" name="Shape 749"/>
          <p:cNvSpPr/>
          <p:nvPr/>
        </p:nvSpPr>
        <p:spPr>
          <a:xfrm>
            <a:off x="8933820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5" name="Shape 750"/>
          <p:cNvSpPr/>
          <p:nvPr/>
        </p:nvSpPr>
        <p:spPr>
          <a:xfrm>
            <a:off x="8945083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6" name="Shape 751"/>
          <p:cNvSpPr/>
          <p:nvPr/>
        </p:nvSpPr>
        <p:spPr>
          <a:xfrm>
            <a:off x="8956345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7" name="Shape 752"/>
          <p:cNvSpPr/>
          <p:nvPr/>
        </p:nvSpPr>
        <p:spPr>
          <a:xfrm>
            <a:off x="8967766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8" name="Shape 753"/>
          <p:cNvSpPr/>
          <p:nvPr/>
        </p:nvSpPr>
        <p:spPr>
          <a:xfrm>
            <a:off x="8979029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9" name="Shape 754"/>
          <p:cNvSpPr/>
          <p:nvPr/>
        </p:nvSpPr>
        <p:spPr>
          <a:xfrm>
            <a:off x="8990291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0" name="Shape 755"/>
          <p:cNvSpPr/>
          <p:nvPr/>
        </p:nvSpPr>
        <p:spPr>
          <a:xfrm>
            <a:off x="9001395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1" name="Shape 756"/>
          <p:cNvSpPr/>
          <p:nvPr/>
        </p:nvSpPr>
        <p:spPr>
          <a:xfrm>
            <a:off x="9012658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2" name="Shape 757"/>
          <p:cNvSpPr/>
          <p:nvPr/>
        </p:nvSpPr>
        <p:spPr>
          <a:xfrm>
            <a:off x="9023920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3" name="Shape 758"/>
          <p:cNvSpPr/>
          <p:nvPr/>
        </p:nvSpPr>
        <p:spPr>
          <a:xfrm>
            <a:off x="9035183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4" name="Shape 759"/>
          <p:cNvSpPr/>
          <p:nvPr/>
        </p:nvSpPr>
        <p:spPr>
          <a:xfrm>
            <a:off x="9046286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5" name="Shape 760"/>
          <p:cNvSpPr/>
          <p:nvPr/>
        </p:nvSpPr>
        <p:spPr>
          <a:xfrm>
            <a:off x="9057707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6" name="Shape 761"/>
          <p:cNvSpPr/>
          <p:nvPr/>
        </p:nvSpPr>
        <p:spPr>
          <a:xfrm>
            <a:off x="9068970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7" name="Shape 762"/>
          <p:cNvSpPr/>
          <p:nvPr/>
        </p:nvSpPr>
        <p:spPr>
          <a:xfrm>
            <a:off x="9080232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8" name="Shape 763"/>
          <p:cNvSpPr/>
          <p:nvPr/>
        </p:nvSpPr>
        <p:spPr>
          <a:xfrm>
            <a:off x="9091495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9" name="Shape 764"/>
          <p:cNvSpPr/>
          <p:nvPr/>
        </p:nvSpPr>
        <p:spPr>
          <a:xfrm>
            <a:off x="9102757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0" name="Shape 765"/>
          <p:cNvSpPr/>
          <p:nvPr/>
        </p:nvSpPr>
        <p:spPr>
          <a:xfrm>
            <a:off x="9114020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1" name="Shape 766"/>
          <p:cNvSpPr/>
          <p:nvPr/>
        </p:nvSpPr>
        <p:spPr>
          <a:xfrm>
            <a:off x="9125282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2" name="Shape 767"/>
          <p:cNvSpPr/>
          <p:nvPr/>
        </p:nvSpPr>
        <p:spPr>
          <a:xfrm>
            <a:off x="9136386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3" name="Shape 768"/>
          <p:cNvSpPr/>
          <p:nvPr/>
        </p:nvSpPr>
        <p:spPr>
          <a:xfrm>
            <a:off x="9147648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4" name="Shape 769"/>
          <p:cNvSpPr/>
          <p:nvPr/>
        </p:nvSpPr>
        <p:spPr>
          <a:xfrm>
            <a:off x="9159069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5" name="Shape 770"/>
          <p:cNvSpPr/>
          <p:nvPr/>
        </p:nvSpPr>
        <p:spPr>
          <a:xfrm>
            <a:off x="9170491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6" name="Shape 771"/>
          <p:cNvSpPr/>
          <p:nvPr/>
        </p:nvSpPr>
        <p:spPr>
          <a:xfrm>
            <a:off x="9181594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7" name="Shape 772"/>
          <p:cNvSpPr/>
          <p:nvPr/>
        </p:nvSpPr>
        <p:spPr>
          <a:xfrm>
            <a:off x="9192698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8" name="Shape 773"/>
          <p:cNvSpPr/>
          <p:nvPr/>
        </p:nvSpPr>
        <p:spPr>
          <a:xfrm>
            <a:off x="9203802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9" name="Shape 774"/>
          <p:cNvSpPr/>
          <p:nvPr/>
        </p:nvSpPr>
        <p:spPr>
          <a:xfrm>
            <a:off x="9215064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0" name="Shape 775"/>
          <p:cNvSpPr/>
          <p:nvPr/>
        </p:nvSpPr>
        <p:spPr>
          <a:xfrm>
            <a:off x="9226327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1" name="Shape 776"/>
          <p:cNvSpPr/>
          <p:nvPr/>
        </p:nvSpPr>
        <p:spPr>
          <a:xfrm>
            <a:off x="9237431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2" name="Shape 777"/>
          <p:cNvSpPr/>
          <p:nvPr/>
        </p:nvSpPr>
        <p:spPr>
          <a:xfrm>
            <a:off x="9248535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3" name="Shape 778"/>
          <p:cNvSpPr/>
          <p:nvPr/>
        </p:nvSpPr>
        <p:spPr>
          <a:xfrm>
            <a:off x="9259797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4" name="Shape 779"/>
          <p:cNvSpPr/>
          <p:nvPr/>
        </p:nvSpPr>
        <p:spPr>
          <a:xfrm>
            <a:off x="9270901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5" name="Shape 780"/>
          <p:cNvSpPr/>
          <p:nvPr/>
        </p:nvSpPr>
        <p:spPr>
          <a:xfrm>
            <a:off x="9282005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6" name="Shape 781"/>
          <p:cNvSpPr/>
          <p:nvPr/>
        </p:nvSpPr>
        <p:spPr>
          <a:xfrm>
            <a:off x="9293267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7" name="Shape 782"/>
          <p:cNvSpPr/>
          <p:nvPr/>
        </p:nvSpPr>
        <p:spPr>
          <a:xfrm>
            <a:off x="9304530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8" name="Shape 783"/>
          <p:cNvSpPr/>
          <p:nvPr/>
        </p:nvSpPr>
        <p:spPr>
          <a:xfrm>
            <a:off x="9315951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9" name="Shape 784"/>
          <p:cNvSpPr/>
          <p:nvPr/>
        </p:nvSpPr>
        <p:spPr>
          <a:xfrm>
            <a:off x="9327054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0" name="Shape 785"/>
          <p:cNvSpPr/>
          <p:nvPr/>
        </p:nvSpPr>
        <p:spPr>
          <a:xfrm>
            <a:off x="9338158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1" name="Shape 786"/>
          <p:cNvSpPr/>
          <p:nvPr/>
        </p:nvSpPr>
        <p:spPr>
          <a:xfrm>
            <a:off x="9349262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2" name="Shape 787"/>
          <p:cNvSpPr/>
          <p:nvPr/>
        </p:nvSpPr>
        <p:spPr>
          <a:xfrm>
            <a:off x="9360525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3" name="Shape 788"/>
          <p:cNvSpPr/>
          <p:nvPr/>
        </p:nvSpPr>
        <p:spPr>
          <a:xfrm>
            <a:off x="9371946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4" name="Shape 789"/>
          <p:cNvSpPr/>
          <p:nvPr/>
        </p:nvSpPr>
        <p:spPr>
          <a:xfrm>
            <a:off x="9383049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5" name="Shape 790"/>
          <p:cNvSpPr/>
          <p:nvPr/>
        </p:nvSpPr>
        <p:spPr>
          <a:xfrm>
            <a:off x="9394312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6" name="Shape 791"/>
          <p:cNvSpPr/>
          <p:nvPr/>
        </p:nvSpPr>
        <p:spPr>
          <a:xfrm>
            <a:off x="9405416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7" name="Shape 792"/>
          <p:cNvSpPr/>
          <p:nvPr/>
        </p:nvSpPr>
        <p:spPr>
          <a:xfrm>
            <a:off x="9416678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8" name="Shape 793"/>
          <p:cNvSpPr/>
          <p:nvPr/>
        </p:nvSpPr>
        <p:spPr>
          <a:xfrm>
            <a:off x="9427941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9" name="Shape 794"/>
          <p:cNvSpPr/>
          <p:nvPr/>
        </p:nvSpPr>
        <p:spPr>
          <a:xfrm>
            <a:off x="9439362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0" name="Shape 795"/>
          <p:cNvSpPr/>
          <p:nvPr/>
        </p:nvSpPr>
        <p:spPr>
          <a:xfrm>
            <a:off x="9450466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1" name="Shape 796"/>
          <p:cNvSpPr/>
          <p:nvPr/>
        </p:nvSpPr>
        <p:spPr>
          <a:xfrm>
            <a:off x="9461569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2" name="Shape 797"/>
          <p:cNvSpPr/>
          <p:nvPr/>
        </p:nvSpPr>
        <p:spPr>
          <a:xfrm>
            <a:off x="9472673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3" name="Shape 798"/>
          <p:cNvSpPr/>
          <p:nvPr/>
        </p:nvSpPr>
        <p:spPr>
          <a:xfrm>
            <a:off x="9483777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4" name="Shape 799"/>
          <p:cNvSpPr/>
          <p:nvPr/>
        </p:nvSpPr>
        <p:spPr>
          <a:xfrm>
            <a:off x="9494881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5" name="Shape 800"/>
          <p:cNvSpPr/>
          <p:nvPr/>
        </p:nvSpPr>
        <p:spPr>
          <a:xfrm>
            <a:off x="9506143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6" name="Shape 801"/>
          <p:cNvSpPr/>
          <p:nvPr/>
        </p:nvSpPr>
        <p:spPr>
          <a:xfrm>
            <a:off x="9517247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7" name="Shape 802"/>
          <p:cNvSpPr/>
          <p:nvPr/>
        </p:nvSpPr>
        <p:spPr>
          <a:xfrm>
            <a:off x="9528351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8" name="Shape 803"/>
          <p:cNvSpPr/>
          <p:nvPr/>
        </p:nvSpPr>
        <p:spPr>
          <a:xfrm>
            <a:off x="9539772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9" name="Shape 804"/>
          <p:cNvSpPr/>
          <p:nvPr/>
        </p:nvSpPr>
        <p:spPr>
          <a:xfrm>
            <a:off x="9551035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0" name="Shape 805"/>
          <p:cNvSpPr/>
          <p:nvPr/>
        </p:nvSpPr>
        <p:spPr>
          <a:xfrm>
            <a:off x="9562138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1" name="Shape 806"/>
          <p:cNvSpPr/>
          <p:nvPr/>
        </p:nvSpPr>
        <p:spPr>
          <a:xfrm>
            <a:off x="9573401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2" name="Shape 807"/>
          <p:cNvSpPr/>
          <p:nvPr/>
        </p:nvSpPr>
        <p:spPr>
          <a:xfrm>
            <a:off x="9584505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3" name="Shape 808"/>
          <p:cNvSpPr/>
          <p:nvPr/>
        </p:nvSpPr>
        <p:spPr>
          <a:xfrm>
            <a:off x="9595767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4" name="Shape 809"/>
          <p:cNvSpPr/>
          <p:nvPr/>
        </p:nvSpPr>
        <p:spPr>
          <a:xfrm>
            <a:off x="9607030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5" name="Shape 810"/>
          <p:cNvSpPr/>
          <p:nvPr/>
        </p:nvSpPr>
        <p:spPr>
          <a:xfrm>
            <a:off x="9618292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6" name="Shape 811"/>
          <p:cNvSpPr/>
          <p:nvPr/>
        </p:nvSpPr>
        <p:spPr>
          <a:xfrm>
            <a:off x="9629554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7" name="Shape 812"/>
          <p:cNvSpPr/>
          <p:nvPr/>
        </p:nvSpPr>
        <p:spPr>
          <a:xfrm>
            <a:off x="9640658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8" name="Shape 813"/>
          <p:cNvSpPr/>
          <p:nvPr/>
        </p:nvSpPr>
        <p:spPr>
          <a:xfrm>
            <a:off x="9651921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9" name="Shape 814"/>
          <p:cNvSpPr/>
          <p:nvPr/>
        </p:nvSpPr>
        <p:spPr>
          <a:xfrm>
            <a:off x="9663025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0" name="Shape 815"/>
          <p:cNvSpPr/>
          <p:nvPr/>
        </p:nvSpPr>
        <p:spPr>
          <a:xfrm>
            <a:off x="9674128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1" name="Shape 816"/>
          <p:cNvSpPr/>
          <p:nvPr/>
        </p:nvSpPr>
        <p:spPr>
          <a:xfrm>
            <a:off x="9685232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2" name="Shape 817"/>
          <p:cNvSpPr/>
          <p:nvPr/>
        </p:nvSpPr>
        <p:spPr>
          <a:xfrm>
            <a:off x="9696495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3" name="Shape 818"/>
          <p:cNvSpPr/>
          <p:nvPr/>
        </p:nvSpPr>
        <p:spPr>
          <a:xfrm>
            <a:off x="9707757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4" name="Shape 819"/>
          <p:cNvSpPr/>
          <p:nvPr/>
        </p:nvSpPr>
        <p:spPr>
          <a:xfrm>
            <a:off x="9719020" y="5085427"/>
            <a:ext cx="11580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5" name="Shape 820"/>
          <p:cNvSpPr/>
          <p:nvPr/>
        </p:nvSpPr>
        <p:spPr>
          <a:xfrm>
            <a:off x="9730599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6" name="Shape 821"/>
          <p:cNvSpPr/>
          <p:nvPr/>
        </p:nvSpPr>
        <p:spPr>
          <a:xfrm>
            <a:off x="9742020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7" name="Shape 822"/>
          <p:cNvSpPr/>
          <p:nvPr/>
        </p:nvSpPr>
        <p:spPr>
          <a:xfrm>
            <a:off x="9753283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8" name="Shape 823"/>
          <p:cNvSpPr/>
          <p:nvPr/>
        </p:nvSpPr>
        <p:spPr>
          <a:xfrm>
            <a:off x="9764704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9" name="Shape 824"/>
          <p:cNvSpPr/>
          <p:nvPr/>
        </p:nvSpPr>
        <p:spPr>
          <a:xfrm>
            <a:off x="9775966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0" name="Shape 825"/>
          <p:cNvSpPr/>
          <p:nvPr/>
        </p:nvSpPr>
        <p:spPr>
          <a:xfrm>
            <a:off x="9787070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1" name="Shape 826"/>
          <p:cNvSpPr/>
          <p:nvPr/>
        </p:nvSpPr>
        <p:spPr>
          <a:xfrm>
            <a:off x="9798174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2" name="Shape 827"/>
          <p:cNvSpPr/>
          <p:nvPr/>
        </p:nvSpPr>
        <p:spPr>
          <a:xfrm>
            <a:off x="9809278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3" name="Shape 828"/>
          <p:cNvSpPr/>
          <p:nvPr/>
        </p:nvSpPr>
        <p:spPr>
          <a:xfrm>
            <a:off x="9820540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4" name="Shape 829"/>
          <p:cNvSpPr/>
          <p:nvPr/>
        </p:nvSpPr>
        <p:spPr>
          <a:xfrm>
            <a:off x="9831644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5" name="Shape 830"/>
          <p:cNvSpPr/>
          <p:nvPr/>
        </p:nvSpPr>
        <p:spPr>
          <a:xfrm>
            <a:off x="9842906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6" name="Shape 831"/>
          <p:cNvSpPr/>
          <p:nvPr/>
        </p:nvSpPr>
        <p:spPr>
          <a:xfrm>
            <a:off x="9854169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7" name="Shape 832"/>
          <p:cNvSpPr/>
          <p:nvPr/>
        </p:nvSpPr>
        <p:spPr>
          <a:xfrm>
            <a:off x="9865273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8" name="Shape 833"/>
          <p:cNvSpPr/>
          <p:nvPr/>
        </p:nvSpPr>
        <p:spPr>
          <a:xfrm>
            <a:off x="9876377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9" name="Shape 834"/>
          <p:cNvSpPr/>
          <p:nvPr/>
        </p:nvSpPr>
        <p:spPr>
          <a:xfrm>
            <a:off x="9887480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0" name="Shape 835"/>
          <p:cNvSpPr/>
          <p:nvPr/>
        </p:nvSpPr>
        <p:spPr>
          <a:xfrm>
            <a:off x="9898584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1" name="Shape 836"/>
          <p:cNvSpPr/>
          <p:nvPr/>
        </p:nvSpPr>
        <p:spPr>
          <a:xfrm>
            <a:off x="9909847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2" name="Shape 837"/>
          <p:cNvSpPr/>
          <p:nvPr/>
        </p:nvSpPr>
        <p:spPr>
          <a:xfrm>
            <a:off x="9921109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3" name="Shape 838"/>
          <p:cNvSpPr/>
          <p:nvPr/>
        </p:nvSpPr>
        <p:spPr>
          <a:xfrm>
            <a:off x="9932213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4" name="Shape 839"/>
          <p:cNvSpPr/>
          <p:nvPr/>
        </p:nvSpPr>
        <p:spPr>
          <a:xfrm>
            <a:off x="9943317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5" name="Shape 840"/>
          <p:cNvSpPr/>
          <p:nvPr/>
        </p:nvSpPr>
        <p:spPr>
          <a:xfrm>
            <a:off x="9954579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6" name="Shape 841"/>
          <p:cNvSpPr/>
          <p:nvPr/>
        </p:nvSpPr>
        <p:spPr>
          <a:xfrm>
            <a:off x="9965683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7" name="Shape 842"/>
          <p:cNvSpPr/>
          <p:nvPr/>
        </p:nvSpPr>
        <p:spPr>
          <a:xfrm>
            <a:off x="9976946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8" name="Shape 843"/>
          <p:cNvSpPr/>
          <p:nvPr/>
        </p:nvSpPr>
        <p:spPr>
          <a:xfrm>
            <a:off x="9988367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9" name="Shape 844"/>
          <p:cNvSpPr/>
          <p:nvPr/>
        </p:nvSpPr>
        <p:spPr>
          <a:xfrm>
            <a:off x="9999629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0" name="Shape 845"/>
          <p:cNvSpPr/>
          <p:nvPr/>
        </p:nvSpPr>
        <p:spPr>
          <a:xfrm>
            <a:off x="10011050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1" name="Shape 846"/>
          <p:cNvSpPr/>
          <p:nvPr/>
        </p:nvSpPr>
        <p:spPr>
          <a:xfrm>
            <a:off x="10022154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2" name="Shape 847"/>
          <p:cNvSpPr/>
          <p:nvPr/>
        </p:nvSpPr>
        <p:spPr>
          <a:xfrm>
            <a:off x="10033258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3" name="Shape 848"/>
          <p:cNvSpPr/>
          <p:nvPr/>
        </p:nvSpPr>
        <p:spPr>
          <a:xfrm>
            <a:off x="10044520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4" name="Shape 849"/>
          <p:cNvSpPr/>
          <p:nvPr/>
        </p:nvSpPr>
        <p:spPr>
          <a:xfrm>
            <a:off x="10055783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5" name="Shape 850"/>
          <p:cNvSpPr/>
          <p:nvPr/>
        </p:nvSpPr>
        <p:spPr>
          <a:xfrm>
            <a:off x="10066886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6" name="Shape 851"/>
          <p:cNvSpPr/>
          <p:nvPr/>
        </p:nvSpPr>
        <p:spPr>
          <a:xfrm>
            <a:off x="10077990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7" name="Shape 852"/>
          <p:cNvSpPr/>
          <p:nvPr/>
        </p:nvSpPr>
        <p:spPr>
          <a:xfrm>
            <a:off x="10089253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8" name="Shape 853"/>
          <p:cNvSpPr/>
          <p:nvPr/>
        </p:nvSpPr>
        <p:spPr>
          <a:xfrm>
            <a:off x="10100515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9" name="Shape 854"/>
          <p:cNvSpPr/>
          <p:nvPr/>
        </p:nvSpPr>
        <p:spPr>
          <a:xfrm>
            <a:off x="10111778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0" name="Shape 855"/>
          <p:cNvSpPr/>
          <p:nvPr/>
        </p:nvSpPr>
        <p:spPr>
          <a:xfrm>
            <a:off x="10123040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1" name="Shape 856"/>
          <p:cNvSpPr/>
          <p:nvPr/>
        </p:nvSpPr>
        <p:spPr>
          <a:xfrm>
            <a:off x="10134144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2" name="Shape 857"/>
          <p:cNvSpPr/>
          <p:nvPr/>
        </p:nvSpPr>
        <p:spPr>
          <a:xfrm>
            <a:off x="10145406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3" name="Shape 858"/>
          <p:cNvSpPr/>
          <p:nvPr/>
        </p:nvSpPr>
        <p:spPr>
          <a:xfrm>
            <a:off x="10156510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4" name="Shape 859"/>
          <p:cNvSpPr/>
          <p:nvPr/>
        </p:nvSpPr>
        <p:spPr>
          <a:xfrm>
            <a:off x="10167614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5" name="Shape 860"/>
          <p:cNvSpPr/>
          <p:nvPr/>
        </p:nvSpPr>
        <p:spPr>
          <a:xfrm>
            <a:off x="10178718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6" name="Shape 861"/>
          <p:cNvSpPr/>
          <p:nvPr/>
        </p:nvSpPr>
        <p:spPr>
          <a:xfrm>
            <a:off x="10189980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7" name="Shape 862"/>
          <p:cNvSpPr/>
          <p:nvPr/>
        </p:nvSpPr>
        <p:spPr>
          <a:xfrm>
            <a:off x="10201084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8" name="Shape 863"/>
          <p:cNvSpPr/>
          <p:nvPr/>
        </p:nvSpPr>
        <p:spPr>
          <a:xfrm>
            <a:off x="10212188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9" name="Shape 864"/>
          <p:cNvSpPr/>
          <p:nvPr/>
        </p:nvSpPr>
        <p:spPr>
          <a:xfrm>
            <a:off x="10223292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0" name="Shape 865"/>
          <p:cNvSpPr/>
          <p:nvPr/>
        </p:nvSpPr>
        <p:spPr>
          <a:xfrm>
            <a:off x="10234554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1" name="Shape 866"/>
          <p:cNvSpPr/>
          <p:nvPr/>
        </p:nvSpPr>
        <p:spPr>
          <a:xfrm>
            <a:off x="10245817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2" name="Shape 867"/>
          <p:cNvSpPr/>
          <p:nvPr/>
        </p:nvSpPr>
        <p:spPr>
          <a:xfrm>
            <a:off x="10256921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3" name="Shape 868"/>
          <p:cNvSpPr/>
          <p:nvPr/>
        </p:nvSpPr>
        <p:spPr>
          <a:xfrm>
            <a:off x="10268024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4" name="Shape 869"/>
          <p:cNvSpPr/>
          <p:nvPr/>
        </p:nvSpPr>
        <p:spPr>
          <a:xfrm>
            <a:off x="10279128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5" name="Shape 870"/>
          <p:cNvSpPr/>
          <p:nvPr/>
        </p:nvSpPr>
        <p:spPr>
          <a:xfrm>
            <a:off x="10290549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6" name="Shape 871"/>
          <p:cNvSpPr/>
          <p:nvPr/>
        </p:nvSpPr>
        <p:spPr>
          <a:xfrm>
            <a:off x="10301812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7" name="Shape 872"/>
          <p:cNvSpPr/>
          <p:nvPr/>
        </p:nvSpPr>
        <p:spPr>
          <a:xfrm>
            <a:off x="10313074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8" name="Shape 873"/>
          <p:cNvSpPr/>
          <p:nvPr/>
        </p:nvSpPr>
        <p:spPr>
          <a:xfrm>
            <a:off x="10324337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9" name="Shape 874"/>
          <p:cNvSpPr/>
          <p:nvPr/>
        </p:nvSpPr>
        <p:spPr>
          <a:xfrm>
            <a:off x="10335758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0" name="Shape 875"/>
          <p:cNvSpPr/>
          <p:nvPr/>
        </p:nvSpPr>
        <p:spPr>
          <a:xfrm>
            <a:off x="10347020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1" name="Shape 876"/>
          <p:cNvSpPr/>
          <p:nvPr/>
        </p:nvSpPr>
        <p:spPr>
          <a:xfrm>
            <a:off x="10358283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2" name="Shape 877"/>
          <p:cNvSpPr/>
          <p:nvPr/>
        </p:nvSpPr>
        <p:spPr>
          <a:xfrm>
            <a:off x="10369545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3" name="Shape 878"/>
          <p:cNvSpPr/>
          <p:nvPr/>
        </p:nvSpPr>
        <p:spPr>
          <a:xfrm>
            <a:off x="10380807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4" name="Shape 879"/>
          <p:cNvSpPr/>
          <p:nvPr/>
        </p:nvSpPr>
        <p:spPr>
          <a:xfrm>
            <a:off x="10391911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5" name="Shape 880"/>
          <p:cNvSpPr/>
          <p:nvPr/>
        </p:nvSpPr>
        <p:spPr>
          <a:xfrm>
            <a:off x="10403174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6" name="Shape 881"/>
          <p:cNvSpPr/>
          <p:nvPr/>
        </p:nvSpPr>
        <p:spPr>
          <a:xfrm>
            <a:off x="10414436" y="5085427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7" name="Shape 882"/>
          <p:cNvSpPr/>
          <p:nvPr/>
        </p:nvSpPr>
        <p:spPr>
          <a:xfrm>
            <a:off x="10425857" y="5085427"/>
            <a:ext cx="11738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8" name="Shape 883"/>
          <p:cNvSpPr/>
          <p:nvPr/>
        </p:nvSpPr>
        <p:spPr>
          <a:xfrm>
            <a:off x="10437596" y="509035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9" name="Shape 884"/>
          <p:cNvSpPr/>
          <p:nvPr/>
        </p:nvSpPr>
        <p:spPr>
          <a:xfrm>
            <a:off x="10448699" y="5090350"/>
            <a:ext cx="11262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0" name="Shape 885"/>
          <p:cNvSpPr/>
          <p:nvPr/>
        </p:nvSpPr>
        <p:spPr>
          <a:xfrm flipV="1">
            <a:off x="10459962" y="5090350"/>
            <a:ext cx="11104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1" name="Shape 886"/>
          <p:cNvSpPr/>
          <p:nvPr/>
        </p:nvSpPr>
        <p:spPr>
          <a:xfrm flipV="1">
            <a:off x="10471066" y="5085427"/>
            <a:ext cx="11421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2" name="Shape 887"/>
          <p:cNvSpPr/>
          <p:nvPr/>
        </p:nvSpPr>
        <p:spPr>
          <a:xfrm>
            <a:off x="10482487" y="5085427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3" name="Shape 888"/>
          <p:cNvSpPr/>
          <p:nvPr/>
        </p:nvSpPr>
        <p:spPr>
          <a:xfrm>
            <a:off x="10493591" y="5085427"/>
            <a:ext cx="11421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4" name="Shape 889"/>
          <p:cNvSpPr/>
          <p:nvPr/>
        </p:nvSpPr>
        <p:spPr>
          <a:xfrm>
            <a:off x="10505012" y="509035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5" name="Shape 890"/>
          <p:cNvSpPr/>
          <p:nvPr/>
        </p:nvSpPr>
        <p:spPr>
          <a:xfrm>
            <a:off x="10516116" y="5090350"/>
            <a:ext cx="11104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6" name="Shape 891"/>
          <p:cNvSpPr/>
          <p:nvPr/>
        </p:nvSpPr>
        <p:spPr>
          <a:xfrm flipV="1">
            <a:off x="10527219" y="5090350"/>
            <a:ext cx="11104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7" name="Shape 892"/>
          <p:cNvSpPr/>
          <p:nvPr/>
        </p:nvSpPr>
        <p:spPr>
          <a:xfrm flipV="1">
            <a:off x="10538323" y="5085427"/>
            <a:ext cx="11262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8" name="Shape 893"/>
          <p:cNvSpPr/>
          <p:nvPr/>
        </p:nvSpPr>
        <p:spPr>
          <a:xfrm>
            <a:off x="10549586" y="5085427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9" name="Shape 894"/>
          <p:cNvSpPr/>
          <p:nvPr/>
        </p:nvSpPr>
        <p:spPr>
          <a:xfrm>
            <a:off x="10560848" y="5085427"/>
            <a:ext cx="11262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0" name="Shape 895"/>
          <p:cNvSpPr/>
          <p:nvPr/>
        </p:nvSpPr>
        <p:spPr>
          <a:xfrm>
            <a:off x="10572111" y="509035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1" name="Shape 896"/>
          <p:cNvSpPr/>
          <p:nvPr/>
        </p:nvSpPr>
        <p:spPr>
          <a:xfrm>
            <a:off x="10583214" y="5090350"/>
            <a:ext cx="11262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2" name="Shape 897"/>
          <p:cNvSpPr/>
          <p:nvPr/>
        </p:nvSpPr>
        <p:spPr>
          <a:xfrm flipV="1">
            <a:off x="10594477" y="5090350"/>
            <a:ext cx="11421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3" name="Shape 898"/>
          <p:cNvSpPr/>
          <p:nvPr/>
        </p:nvSpPr>
        <p:spPr>
          <a:xfrm>
            <a:off x="10605898" y="5090350"/>
            <a:ext cx="11421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4" name="Shape 899"/>
          <p:cNvSpPr/>
          <p:nvPr/>
        </p:nvSpPr>
        <p:spPr>
          <a:xfrm>
            <a:off x="10617319" y="509035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5" name="Shape 900"/>
          <p:cNvSpPr/>
          <p:nvPr/>
        </p:nvSpPr>
        <p:spPr>
          <a:xfrm>
            <a:off x="10628581" y="509035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6" name="Shape 901"/>
          <p:cNvSpPr/>
          <p:nvPr/>
        </p:nvSpPr>
        <p:spPr>
          <a:xfrm>
            <a:off x="10639685" y="5090350"/>
            <a:ext cx="11262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Shape 902"/>
          <p:cNvSpPr/>
          <p:nvPr/>
        </p:nvSpPr>
        <p:spPr>
          <a:xfrm>
            <a:off x="10650948" y="5095274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8" name="Shape 903"/>
          <p:cNvSpPr/>
          <p:nvPr/>
        </p:nvSpPr>
        <p:spPr>
          <a:xfrm>
            <a:off x="10662210" y="5095274"/>
            <a:ext cx="11262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9" name="Shape 904"/>
          <p:cNvSpPr/>
          <p:nvPr/>
        </p:nvSpPr>
        <p:spPr>
          <a:xfrm flipV="1">
            <a:off x="10673473" y="5090350"/>
            <a:ext cx="11262" cy="984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0" name="Shape 905"/>
          <p:cNvSpPr/>
          <p:nvPr/>
        </p:nvSpPr>
        <p:spPr>
          <a:xfrm>
            <a:off x="10684735" y="5090350"/>
            <a:ext cx="11421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1" name="Shape 906"/>
          <p:cNvSpPr/>
          <p:nvPr/>
        </p:nvSpPr>
        <p:spPr>
          <a:xfrm>
            <a:off x="10696156" y="5095274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2" name="Shape 907"/>
          <p:cNvSpPr/>
          <p:nvPr/>
        </p:nvSpPr>
        <p:spPr>
          <a:xfrm>
            <a:off x="10707260" y="5095274"/>
            <a:ext cx="11421" cy="984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3" name="Shape 908"/>
          <p:cNvSpPr/>
          <p:nvPr/>
        </p:nvSpPr>
        <p:spPr>
          <a:xfrm>
            <a:off x="10718681" y="5105120"/>
            <a:ext cx="11104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4" name="Shape 909"/>
          <p:cNvSpPr/>
          <p:nvPr/>
        </p:nvSpPr>
        <p:spPr>
          <a:xfrm>
            <a:off x="10729785" y="5110044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5" name="Shape 910"/>
          <p:cNvSpPr/>
          <p:nvPr/>
        </p:nvSpPr>
        <p:spPr>
          <a:xfrm>
            <a:off x="10740889" y="5110044"/>
            <a:ext cx="11262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6" name="Shape 911"/>
          <p:cNvSpPr/>
          <p:nvPr/>
        </p:nvSpPr>
        <p:spPr>
          <a:xfrm>
            <a:off x="10752151" y="5114967"/>
            <a:ext cx="11262" cy="984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7" name="Shape 912"/>
          <p:cNvSpPr/>
          <p:nvPr/>
        </p:nvSpPr>
        <p:spPr>
          <a:xfrm>
            <a:off x="10763414" y="5124814"/>
            <a:ext cx="11262" cy="7877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8" name="Shape 913"/>
          <p:cNvSpPr/>
          <p:nvPr/>
        </p:nvSpPr>
        <p:spPr>
          <a:xfrm>
            <a:off x="10774676" y="5203587"/>
            <a:ext cx="11421" cy="7385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9" name="Shape 914"/>
          <p:cNvSpPr/>
          <p:nvPr/>
        </p:nvSpPr>
        <p:spPr>
          <a:xfrm>
            <a:off x="10786097" y="5277437"/>
            <a:ext cx="11262" cy="10339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0" name="Shape 915"/>
          <p:cNvSpPr/>
          <p:nvPr/>
        </p:nvSpPr>
        <p:spPr>
          <a:xfrm>
            <a:off x="10797360" y="5380828"/>
            <a:ext cx="11104" cy="7877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1" name="Shape 916"/>
          <p:cNvSpPr/>
          <p:nvPr/>
        </p:nvSpPr>
        <p:spPr>
          <a:xfrm>
            <a:off x="10808463" y="5459601"/>
            <a:ext cx="11262" cy="7385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2" name="Shape 917"/>
          <p:cNvSpPr/>
          <p:nvPr/>
        </p:nvSpPr>
        <p:spPr>
          <a:xfrm>
            <a:off x="10819726" y="5533452"/>
            <a:ext cx="11580" cy="9846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3" name="Shape 918"/>
          <p:cNvSpPr/>
          <p:nvPr/>
        </p:nvSpPr>
        <p:spPr>
          <a:xfrm>
            <a:off x="10831306" y="5631919"/>
            <a:ext cx="11421" cy="9354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4" name="Shape 919"/>
          <p:cNvSpPr/>
          <p:nvPr/>
        </p:nvSpPr>
        <p:spPr>
          <a:xfrm>
            <a:off x="10842727" y="5725462"/>
            <a:ext cx="11262" cy="7877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5" name="Shape 920"/>
          <p:cNvSpPr/>
          <p:nvPr/>
        </p:nvSpPr>
        <p:spPr>
          <a:xfrm>
            <a:off x="10853989" y="5804236"/>
            <a:ext cx="11262" cy="6892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6" name="Shape 921"/>
          <p:cNvSpPr/>
          <p:nvPr/>
        </p:nvSpPr>
        <p:spPr>
          <a:xfrm>
            <a:off x="10865252" y="5873163"/>
            <a:ext cx="11104" cy="4923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7" name="Shape 922"/>
          <p:cNvSpPr/>
          <p:nvPr/>
        </p:nvSpPr>
        <p:spPr>
          <a:xfrm flipV="1">
            <a:off x="10876355" y="5917473"/>
            <a:ext cx="11262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8" name="Shape 923"/>
          <p:cNvSpPr/>
          <p:nvPr/>
        </p:nvSpPr>
        <p:spPr>
          <a:xfrm flipV="1">
            <a:off x="10887618" y="5833776"/>
            <a:ext cx="11262" cy="8369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9" name="Shape 924"/>
          <p:cNvSpPr/>
          <p:nvPr/>
        </p:nvSpPr>
        <p:spPr>
          <a:xfrm flipV="1">
            <a:off x="10898880" y="5828852"/>
            <a:ext cx="11104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0" name="Shape 925"/>
          <p:cNvSpPr/>
          <p:nvPr/>
        </p:nvSpPr>
        <p:spPr>
          <a:xfrm>
            <a:off x="10909984" y="5828852"/>
            <a:ext cx="11104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1" name="Shape 926"/>
          <p:cNvSpPr/>
          <p:nvPr/>
        </p:nvSpPr>
        <p:spPr>
          <a:xfrm>
            <a:off x="10921088" y="5833776"/>
            <a:ext cx="11262" cy="7385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2" name="Shape 927"/>
          <p:cNvSpPr/>
          <p:nvPr/>
        </p:nvSpPr>
        <p:spPr>
          <a:xfrm>
            <a:off x="10932350" y="5907626"/>
            <a:ext cx="11262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3" name="Shape 928"/>
          <p:cNvSpPr/>
          <p:nvPr/>
        </p:nvSpPr>
        <p:spPr>
          <a:xfrm>
            <a:off x="10943613" y="5912549"/>
            <a:ext cx="11262" cy="1477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4" name="Shape 929"/>
          <p:cNvSpPr/>
          <p:nvPr/>
        </p:nvSpPr>
        <p:spPr>
          <a:xfrm>
            <a:off x="10954875" y="5927319"/>
            <a:ext cx="11421" cy="1477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5" name="Shape 930"/>
          <p:cNvSpPr/>
          <p:nvPr/>
        </p:nvSpPr>
        <p:spPr>
          <a:xfrm>
            <a:off x="10966296" y="5942089"/>
            <a:ext cx="11421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6" name="Shape 931"/>
          <p:cNvSpPr/>
          <p:nvPr/>
        </p:nvSpPr>
        <p:spPr>
          <a:xfrm>
            <a:off x="10977717" y="5947013"/>
            <a:ext cx="11104" cy="1477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7" name="Shape 932"/>
          <p:cNvSpPr/>
          <p:nvPr/>
        </p:nvSpPr>
        <p:spPr>
          <a:xfrm>
            <a:off x="10988821" y="5961783"/>
            <a:ext cx="11104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8" name="Shape 933"/>
          <p:cNvSpPr/>
          <p:nvPr/>
        </p:nvSpPr>
        <p:spPr>
          <a:xfrm>
            <a:off x="10999925" y="5966706"/>
            <a:ext cx="11262" cy="7877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9" name="Shape 934"/>
          <p:cNvSpPr/>
          <p:nvPr/>
        </p:nvSpPr>
        <p:spPr>
          <a:xfrm>
            <a:off x="11011188" y="6045480"/>
            <a:ext cx="11262" cy="984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0" name="Shape 935"/>
          <p:cNvSpPr/>
          <p:nvPr/>
        </p:nvSpPr>
        <p:spPr>
          <a:xfrm>
            <a:off x="11022450" y="6055326"/>
            <a:ext cx="11262" cy="1477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1" name="Shape 936"/>
          <p:cNvSpPr/>
          <p:nvPr/>
        </p:nvSpPr>
        <p:spPr>
          <a:xfrm>
            <a:off x="11033712" y="6070096"/>
            <a:ext cx="11262" cy="49234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2" name="Shape 937"/>
          <p:cNvSpPr/>
          <p:nvPr/>
        </p:nvSpPr>
        <p:spPr>
          <a:xfrm>
            <a:off x="11044975" y="6119330"/>
            <a:ext cx="11262" cy="9847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3" name="Shape 938"/>
          <p:cNvSpPr/>
          <p:nvPr/>
        </p:nvSpPr>
        <p:spPr>
          <a:xfrm>
            <a:off x="11056237" y="6129177"/>
            <a:ext cx="11104" cy="4923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4" name="Shape 939"/>
          <p:cNvSpPr/>
          <p:nvPr/>
        </p:nvSpPr>
        <p:spPr>
          <a:xfrm>
            <a:off x="11067341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5" name="Shape 940"/>
          <p:cNvSpPr/>
          <p:nvPr/>
        </p:nvSpPr>
        <p:spPr>
          <a:xfrm>
            <a:off x="11078604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6" name="Shape 941"/>
          <p:cNvSpPr/>
          <p:nvPr/>
        </p:nvSpPr>
        <p:spPr>
          <a:xfrm>
            <a:off x="11089707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7" name="Shape 942"/>
          <p:cNvSpPr/>
          <p:nvPr/>
        </p:nvSpPr>
        <p:spPr>
          <a:xfrm>
            <a:off x="11100970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8" name="Shape 943"/>
          <p:cNvSpPr/>
          <p:nvPr/>
        </p:nvSpPr>
        <p:spPr>
          <a:xfrm>
            <a:off x="11112232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9" name="Shape 944"/>
          <p:cNvSpPr/>
          <p:nvPr/>
        </p:nvSpPr>
        <p:spPr>
          <a:xfrm>
            <a:off x="11123495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0" name="Shape 945"/>
          <p:cNvSpPr/>
          <p:nvPr/>
        </p:nvSpPr>
        <p:spPr>
          <a:xfrm>
            <a:off x="11134599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1" name="Shape 946"/>
          <p:cNvSpPr/>
          <p:nvPr/>
        </p:nvSpPr>
        <p:spPr>
          <a:xfrm>
            <a:off x="11145861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2" name="Shape 947"/>
          <p:cNvSpPr/>
          <p:nvPr/>
        </p:nvSpPr>
        <p:spPr>
          <a:xfrm>
            <a:off x="11157123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3" name="Shape 948"/>
          <p:cNvSpPr/>
          <p:nvPr/>
        </p:nvSpPr>
        <p:spPr>
          <a:xfrm>
            <a:off x="11168227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4" name="Shape 949"/>
          <p:cNvSpPr/>
          <p:nvPr/>
        </p:nvSpPr>
        <p:spPr>
          <a:xfrm>
            <a:off x="11179331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5" name="Shape 950"/>
          <p:cNvSpPr/>
          <p:nvPr/>
        </p:nvSpPr>
        <p:spPr>
          <a:xfrm>
            <a:off x="11190435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6" name="Shape 951"/>
          <p:cNvSpPr/>
          <p:nvPr/>
        </p:nvSpPr>
        <p:spPr>
          <a:xfrm>
            <a:off x="11201539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7" name="Shape 952"/>
          <p:cNvSpPr/>
          <p:nvPr/>
        </p:nvSpPr>
        <p:spPr>
          <a:xfrm>
            <a:off x="11212643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8" name="Shape 953"/>
          <p:cNvSpPr/>
          <p:nvPr/>
        </p:nvSpPr>
        <p:spPr>
          <a:xfrm>
            <a:off x="11223746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9" name="Shape 954"/>
          <p:cNvSpPr/>
          <p:nvPr/>
        </p:nvSpPr>
        <p:spPr>
          <a:xfrm>
            <a:off x="11234850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0" name="Shape 955"/>
          <p:cNvSpPr/>
          <p:nvPr/>
        </p:nvSpPr>
        <p:spPr>
          <a:xfrm>
            <a:off x="11245954" y="6134100"/>
            <a:ext cx="10945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1" name="Shape 956"/>
          <p:cNvSpPr/>
          <p:nvPr/>
        </p:nvSpPr>
        <p:spPr>
          <a:xfrm>
            <a:off x="11256899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2" name="Shape 957"/>
          <p:cNvSpPr/>
          <p:nvPr/>
        </p:nvSpPr>
        <p:spPr>
          <a:xfrm>
            <a:off x="11268003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3" name="Shape 958"/>
          <p:cNvSpPr/>
          <p:nvPr/>
        </p:nvSpPr>
        <p:spPr>
          <a:xfrm>
            <a:off x="11279107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4" name="Shape 959"/>
          <p:cNvSpPr/>
          <p:nvPr/>
        </p:nvSpPr>
        <p:spPr>
          <a:xfrm>
            <a:off x="11290211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5" name="Shape 960"/>
          <p:cNvSpPr/>
          <p:nvPr/>
        </p:nvSpPr>
        <p:spPr>
          <a:xfrm>
            <a:off x="11301315" y="6134100"/>
            <a:ext cx="11262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6" name="Shape 961"/>
          <p:cNvSpPr/>
          <p:nvPr/>
        </p:nvSpPr>
        <p:spPr>
          <a:xfrm>
            <a:off x="11312577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7" name="Shape 962"/>
          <p:cNvSpPr/>
          <p:nvPr/>
        </p:nvSpPr>
        <p:spPr>
          <a:xfrm>
            <a:off x="11323681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8" name="Shape 963"/>
          <p:cNvSpPr/>
          <p:nvPr/>
        </p:nvSpPr>
        <p:spPr>
          <a:xfrm>
            <a:off x="11334785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9" name="Shape 964"/>
          <p:cNvSpPr/>
          <p:nvPr/>
        </p:nvSpPr>
        <p:spPr>
          <a:xfrm>
            <a:off x="11345889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0" name="Shape 965"/>
          <p:cNvSpPr/>
          <p:nvPr/>
        </p:nvSpPr>
        <p:spPr>
          <a:xfrm>
            <a:off x="11356992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1" name="Shape 966"/>
          <p:cNvSpPr/>
          <p:nvPr/>
        </p:nvSpPr>
        <p:spPr>
          <a:xfrm>
            <a:off x="11368096" y="6134100"/>
            <a:ext cx="11104" cy="0"/>
          </a:xfrm>
          <a:prstGeom prst="line">
            <a:avLst/>
          </a:prstGeom>
          <a:noFill/>
          <a:ln w="20320">
            <a:solidFill>
              <a:srgbClr val="171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3700"/>
            <a:ext cx="1097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computational storage?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22300" y="1092200"/>
            <a:ext cx="1092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5865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Unnecessary transfers in preprocessing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9600" y="16764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1280 × 720</a:t>
            </a:r>
            <a:endParaRPr lang="en-US" sz="1400" dirty="0"/>
          </a:p>
        </p:txBody>
      </p:sp>
      <p:pic>
        <p:nvPicPr>
          <p:cNvPr id="5" name="Image 0" descr="/Users/aakash/Documents/Programming/Learning/EC528/slides-draft/assets/244003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95500"/>
            <a:ext cx="7518400" cy="4229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20100" y="4210050"/>
            <a:ext cx="92710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/Users/aakash/Documents/Programming/Learning/EC528/slides-draft/assets/droid-320x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2800" y="3681413"/>
            <a:ext cx="1879600" cy="10572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02800" y="5016500"/>
            <a:ext cx="187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320 × 180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702800" y="2070100"/>
            <a:ext cx="1879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900" dirty="0">
                <a:solidFill>
                  <a:srgbClr val="0F62FE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16×</a:t>
            </a:r>
            <a:endParaRPr lang="en-US" sz="4900" dirty="0"/>
          </a:p>
        </p:txBody>
      </p:sp>
      <p:sp>
        <p:nvSpPr>
          <p:cNvPr id="10" name="Text 6"/>
          <p:cNvSpPr/>
          <p:nvPr/>
        </p:nvSpPr>
        <p:spPr>
          <a:xfrm>
            <a:off x="9601200" y="2921000"/>
            <a:ext cx="2082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fewer pixels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3700"/>
            <a:ext cx="1097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computational storage?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600" y="2082800"/>
            <a:ext cx="5435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Separate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010400" y="2082800"/>
            <a:ext cx="457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Combined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15100" y="2095500"/>
            <a:ext cx="0" cy="3467100"/>
          </a:xfrm>
          <a:prstGeom prst="line">
            <a:avLst/>
          </a:prstGeom>
          <a:noFill/>
          <a:ln w="127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2819400"/>
            <a:ext cx="165100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2800" y="2997200"/>
            <a:ext cx="1244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Storage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94200" y="2819400"/>
            <a:ext cx="165100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7400" y="2997200"/>
            <a:ext cx="1244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Compute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16000" y="3835400"/>
            <a:ext cx="838200" cy="190500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16000" y="4089400"/>
            <a:ext cx="838200" cy="190500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16000" y="4343400"/>
            <a:ext cx="838200" cy="190500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26000" y="3810000"/>
            <a:ext cx="812800" cy="8128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26000" y="3784600"/>
            <a:ext cx="81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736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ƒ</a:t>
            </a:r>
            <a:endParaRPr lang="en-US" sz="4736" dirty="0"/>
          </a:p>
        </p:txBody>
      </p:sp>
      <p:sp>
        <p:nvSpPr>
          <p:cNvPr id="15" name="Shape 13"/>
          <p:cNvSpPr/>
          <p:nvPr/>
        </p:nvSpPr>
        <p:spPr>
          <a:xfrm>
            <a:off x="2260600" y="3670300"/>
            <a:ext cx="2133600" cy="0"/>
          </a:xfrm>
          <a:prstGeom prst="line">
            <a:avLst/>
          </a:prstGeom>
          <a:noFill/>
          <a:ln w="38100">
            <a:solidFill>
              <a:srgbClr val="171B2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57500" y="3263900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flipH="1">
            <a:off x="2260600" y="4686300"/>
            <a:ext cx="2133600" cy="0"/>
          </a:xfrm>
          <a:prstGeom prst="line">
            <a:avLst/>
          </a:prstGeom>
          <a:noFill/>
          <a:ln w="22860">
            <a:solidFill>
              <a:srgbClr val="0F62F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68600" y="4851400"/>
            <a:ext cx="142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10400" y="2819400"/>
            <a:ext cx="4572000" cy="24384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13600" y="2997200"/>
            <a:ext cx="416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Storage + compute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70800" y="3835400"/>
            <a:ext cx="863600" cy="186267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70800" y="4085167"/>
            <a:ext cx="863600" cy="186267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70800" y="4334933"/>
            <a:ext cx="863600" cy="186267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839200" y="4191000"/>
            <a:ext cx="635000" cy="0"/>
          </a:xfrm>
          <a:prstGeom prst="line">
            <a:avLst/>
          </a:prstGeom>
          <a:noFill/>
          <a:ln w="25400">
            <a:solidFill>
              <a:srgbClr val="171B2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779000" y="3784600"/>
            <a:ext cx="838200" cy="8382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779000" y="3759200"/>
            <a:ext cx="838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84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ƒ</a:t>
            </a:r>
            <a:endParaRPr lang="en-US" sz="4884" dirty="0"/>
          </a:p>
        </p:txBody>
      </p:sp>
      <p:sp>
        <p:nvSpPr>
          <p:cNvPr id="27" name="Text 25"/>
          <p:cNvSpPr/>
          <p:nvPr/>
        </p:nvSpPr>
        <p:spPr>
          <a:xfrm>
            <a:off x="7581900" y="4864100"/>
            <a:ext cx="361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 read → process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3700"/>
            <a:ext cx="1097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computational storage?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600" y="1841500"/>
            <a:ext cx="5054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Common Crawl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654800" y="1841500"/>
            <a:ext cx="4927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Argoverse 2 Lidar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1200" y="2819400"/>
            <a:ext cx="1219200" cy="154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1700" y="3073400"/>
            <a:ext cx="825500" cy="0"/>
          </a:xfrm>
          <a:prstGeom prst="line">
            <a:avLst/>
          </a:prstGeom>
          <a:noFill/>
          <a:ln w="2032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1700" y="3263900"/>
            <a:ext cx="8255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1700" y="3454400"/>
            <a:ext cx="825500" cy="0"/>
          </a:xfrm>
          <a:prstGeom prst="line">
            <a:avLst/>
          </a:prstGeom>
          <a:noFill/>
          <a:ln w="2032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01700" y="3644900"/>
            <a:ext cx="825500" cy="0"/>
          </a:xfrm>
          <a:prstGeom prst="line">
            <a:avLst/>
          </a:prstGeom>
          <a:noFill/>
          <a:ln w="2032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1700" y="3835400"/>
            <a:ext cx="8255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1700" y="4025900"/>
            <a:ext cx="825500" cy="0"/>
          </a:xfrm>
          <a:prstGeom prst="line">
            <a:avLst/>
          </a:prstGeom>
          <a:noFill/>
          <a:ln w="2032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41400" y="3048000"/>
            <a:ext cx="1219200" cy="154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31900" y="3302000"/>
            <a:ext cx="825500" cy="0"/>
          </a:xfrm>
          <a:prstGeom prst="line">
            <a:avLst/>
          </a:prstGeom>
          <a:noFill/>
          <a:ln w="2032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31900" y="3492500"/>
            <a:ext cx="8255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231900" y="3683000"/>
            <a:ext cx="825500" cy="0"/>
          </a:xfrm>
          <a:prstGeom prst="line">
            <a:avLst/>
          </a:prstGeom>
          <a:noFill/>
          <a:ln w="2032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31900" y="3873500"/>
            <a:ext cx="825500" cy="0"/>
          </a:xfrm>
          <a:prstGeom prst="line">
            <a:avLst/>
          </a:prstGeom>
          <a:noFill/>
          <a:ln w="2032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31900" y="4064000"/>
            <a:ext cx="8255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31900" y="4254500"/>
            <a:ext cx="825500" cy="0"/>
          </a:xfrm>
          <a:prstGeom prst="line">
            <a:avLst/>
          </a:prstGeom>
          <a:noFill/>
          <a:ln w="2032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371600" y="3276600"/>
            <a:ext cx="1219200" cy="154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562100" y="3530600"/>
            <a:ext cx="825500" cy="0"/>
          </a:xfrm>
          <a:prstGeom prst="line">
            <a:avLst/>
          </a:prstGeom>
          <a:noFill/>
          <a:ln w="2032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62100" y="3721100"/>
            <a:ext cx="8255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562100" y="3911600"/>
            <a:ext cx="825500" cy="0"/>
          </a:xfrm>
          <a:prstGeom prst="line">
            <a:avLst/>
          </a:prstGeom>
          <a:noFill/>
          <a:ln w="2032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562100" y="4102100"/>
            <a:ext cx="825500" cy="0"/>
          </a:xfrm>
          <a:prstGeom prst="line">
            <a:avLst/>
          </a:prstGeom>
          <a:noFill/>
          <a:ln w="2032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562100" y="4292600"/>
            <a:ext cx="8255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562100" y="4483100"/>
            <a:ext cx="825500" cy="0"/>
          </a:xfrm>
          <a:prstGeom prst="line">
            <a:avLst/>
          </a:prstGeom>
          <a:noFill/>
          <a:ln w="2032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908300" y="3911600"/>
            <a:ext cx="53340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V="1">
            <a:off x="3815080" y="3173984"/>
            <a:ext cx="472440" cy="794512"/>
          </a:xfrm>
          <a:prstGeom prst="line">
            <a:avLst/>
          </a:prstGeom>
          <a:noFill/>
          <a:ln w="254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815080" y="3968496"/>
            <a:ext cx="590550" cy="537464"/>
          </a:xfrm>
          <a:prstGeom prst="line">
            <a:avLst/>
          </a:prstGeom>
          <a:noFill/>
          <a:ln w="254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287520" y="3173984"/>
            <a:ext cx="649605" cy="584200"/>
          </a:xfrm>
          <a:prstGeom prst="line">
            <a:avLst/>
          </a:prstGeom>
          <a:noFill/>
          <a:ln w="254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V="1">
            <a:off x="4405630" y="3758184"/>
            <a:ext cx="531495" cy="747776"/>
          </a:xfrm>
          <a:prstGeom prst="line">
            <a:avLst/>
          </a:prstGeom>
          <a:noFill/>
          <a:ln w="254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flipV="1">
            <a:off x="4937125" y="3103880"/>
            <a:ext cx="492125" cy="654304"/>
          </a:xfrm>
          <a:prstGeom prst="line">
            <a:avLst/>
          </a:prstGeom>
          <a:noFill/>
          <a:ln w="254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37125" y="3758184"/>
            <a:ext cx="511810" cy="887984"/>
          </a:xfrm>
          <a:prstGeom prst="line">
            <a:avLst/>
          </a:prstGeom>
          <a:noFill/>
          <a:ln w="254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405630" y="4505960"/>
            <a:ext cx="1043305" cy="140208"/>
          </a:xfrm>
          <a:prstGeom prst="line">
            <a:avLst/>
          </a:prstGeom>
          <a:noFill/>
          <a:ln w="254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726180" y="3879596"/>
            <a:ext cx="177800" cy="177800"/>
          </a:xfrm>
          <a:prstGeom prst="ellipse">
            <a:avLst/>
          </a:prstGeom>
          <a:solidFill>
            <a:srgbClr val="171B2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98620" y="3085084"/>
            <a:ext cx="177800" cy="177800"/>
          </a:xfrm>
          <a:prstGeom prst="ellipse">
            <a:avLst/>
          </a:prstGeom>
          <a:solidFill>
            <a:srgbClr val="171B2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316730" y="4417060"/>
            <a:ext cx="177800" cy="177800"/>
          </a:xfrm>
          <a:prstGeom prst="ellipse">
            <a:avLst/>
          </a:prstGeom>
          <a:solidFill>
            <a:srgbClr val="171B2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48225" y="3669284"/>
            <a:ext cx="177800" cy="17780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340350" y="3014980"/>
            <a:ext cx="177800" cy="177800"/>
          </a:xfrm>
          <a:prstGeom prst="ellipse">
            <a:avLst/>
          </a:prstGeom>
          <a:solidFill>
            <a:srgbClr val="171B2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360035" y="4557268"/>
            <a:ext cx="177800" cy="177800"/>
          </a:xfrm>
          <a:prstGeom prst="ellipse">
            <a:avLst/>
          </a:prstGeom>
          <a:solidFill>
            <a:srgbClr val="171B2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96000" y="2070100"/>
            <a:ext cx="0" cy="4203700"/>
          </a:xfrm>
          <a:prstGeom prst="line">
            <a:avLst/>
          </a:prstGeom>
          <a:noFill/>
          <a:ln w="127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0" descr="/Users/aakash/Documents/Programming/Learning/EC528/slides-draft/assets/av2-lid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2641600"/>
            <a:ext cx="3149600" cy="31496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609600" y="6096000"/>
            <a:ext cx="505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 data → link edges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654800" y="6096000"/>
            <a:ext cx="492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Point clouds → training windows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3700"/>
            <a:ext cx="1097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Computational Storage Design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22300" y="1092200"/>
            <a:ext cx="1092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5865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9600" y="18923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865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600" y="2451100"/>
            <a:ext cx="6350000" cy="9144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3600" y="2730500"/>
            <a:ext cx="1524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function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463800" y="2743200"/>
            <a:ext cx="42799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transformations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09600" y="3530600"/>
            <a:ext cx="6350000" cy="9144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3600" y="3810000"/>
            <a:ext cx="1524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3800" y="3822700"/>
            <a:ext cx="42799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domain specific dependencies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09600" y="4610100"/>
            <a:ext cx="6350000" cy="9144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3600" y="4889500"/>
            <a:ext cx="1524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3800" y="4902200"/>
            <a:ext cx="42799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format + destination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7251700" y="3987800"/>
            <a:ext cx="787400" cy="0"/>
          </a:xfrm>
          <a:prstGeom prst="line">
            <a:avLst/>
          </a:prstGeom>
          <a:noFill/>
          <a:ln w="22860">
            <a:solidFill>
              <a:srgbClr val="171B2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43900" y="2768600"/>
            <a:ext cx="3238500" cy="24384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47100" y="2946400"/>
            <a:ext cx="2832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Worker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12300" y="3530600"/>
            <a:ext cx="939800" cy="9398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12300" y="3505200"/>
            <a:ext cx="9398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76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ƒ</a:t>
            </a:r>
            <a:endParaRPr lang="en-US" sz="547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3700"/>
            <a:ext cx="1097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Computational Storage Design</a:t>
            </a:r>
            <a:endParaRPr lang="en-US" sz="3400" dirty="0"/>
          </a:p>
        </p:txBody>
      </p:sp>
      <p:pic>
        <p:nvPicPr>
          <p:cNvPr id="3" name="Image 0" descr="/Users/aakash/Documents/Programming/Learning/EC528/slides-draft/assets/220087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08200"/>
            <a:ext cx="2590800" cy="1457325"/>
          </a:xfrm>
          <a:prstGeom prst="rect">
            <a:avLst/>
          </a:prstGeom>
        </p:spPr>
      </p:pic>
      <p:pic>
        <p:nvPicPr>
          <p:cNvPr id="4" name="Image 1" descr="/Users/aakash/Documents/Programming/Learning/EC528/slides-draft/assets/2440033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" y="2247900"/>
            <a:ext cx="2590800" cy="1457325"/>
          </a:xfrm>
          <a:prstGeom prst="rect">
            <a:avLst/>
          </a:prstGeom>
        </p:spPr>
      </p:pic>
      <p:pic>
        <p:nvPicPr>
          <p:cNvPr id="5" name="Image 2" descr="/Users/aakash/Documents/Programming/Learning/EC528/slides-draft/assets/1802668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" y="2387600"/>
            <a:ext cx="2590800" cy="14573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9600" y="40894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video</a:t>
            </a:r>
            <a:endParaRPr lang="en-US" sz="1400" dirty="0"/>
          </a:p>
        </p:txBody>
      </p:sp>
      <p:sp>
        <p:nvSpPr>
          <p:cNvPr id="7" name="Shape 2"/>
          <p:cNvSpPr/>
          <p:nvPr/>
        </p:nvSpPr>
        <p:spPr>
          <a:xfrm>
            <a:off x="609600" y="4648200"/>
            <a:ext cx="2921000" cy="6858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/>
          <p:nvPr/>
        </p:nvSpPr>
        <p:spPr>
          <a:xfrm>
            <a:off x="762000" y="4848225"/>
            <a:ext cx="261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trajectory.h5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609600" y="5613400"/>
            <a:ext cx="2921000" cy="5588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762000" y="5765800"/>
            <a:ext cx="26162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 + metadata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3822700" y="3111500"/>
            <a:ext cx="622300" cy="0"/>
          </a:xfrm>
          <a:prstGeom prst="line">
            <a:avLst/>
          </a:prstGeom>
          <a:noFill/>
          <a:ln w="1905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4445000" y="3111500"/>
            <a:ext cx="0" cy="901700"/>
          </a:xfrm>
          <a:prstGeom prst="line">
            <a:avLst/>
          </a:prstGeom>
          <a:noFill/>
          <a:ln w="1905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3822700" y="4991100"/>
            <a:ext cx="622300" cy="0"/>
          </a:xfrm>
          <a:prstGeom prst="line">
            <a:avLst/>
          </a:prstGeom>
          <a:noFill/>
          <a:ln w="1905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 flipV="1">
            <a:off x="4445000" y="4013200"/>
            <a:ext cx="0" cy="977900"/>
          </a:xfrm>
          <a:prstGeom prst="line">
            <a:avLst/>
          </a:prstGeom>
          <a:noFill/>
          <a:ln w="1905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3822700" y="5892800"/>
            <a:ext cx="622300" cy="0"/>
          </a:xfrm>
          <a:prstGeom prst="line">
            <a:avLst/>
          </a:prstGeom>
          <a:noFill/>
          <a:ln w="1905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 flipV="1">
            <a:off x="4445000" y="4013200"/>
            <a:ext cx="0" cy="1879600"/>
          </a:xfrm>
          <a:prstGeom prst="line">
            <a:avLst/>
          </a:prstGeom>
          <a:noFill/>
          <a:ln w="1905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4445000" y="4013200"/>
            <a:ext cx="762000" cy="0"/>
          </a:xfrm>
          <a:prstGeom prst="line">
            <a:avLst/>
          </a:prstGeom>
          <a:noFill/>
          <a:ln w="22860">
            <a:solidFill>
              <a:srgbClr val="0F62F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422900" y="3556000"/>
            <a:ext cx="2768600" cy="9144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575300" y="3854450"/>
            <a:ext cx="246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dependency map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8407400" y="4013200"/>
            <a:ext cx="469900" cy="0"/>
          </a:xfrm>
          <a:prstGeom prst="line">
            <a:avLst/>
          </a:prstGeom>
          <a:noFill/>
          <a:ln w="22860">
            <a:solidFill>
              <a:srgbClr val="0F62F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093200" y="2108200"/>
            <a:ext cx="2489200" cy="40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9296400" y="2286000"/>
            <a:ext cx="2082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Storage node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9347200" y="2921000"/>
            <a:ext cx="1981200" cy="6096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9499600" y="3090863"/>
            <a:ext cx="1676400" cy="30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video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9347200" y="3822700"/>
            <a:ext cx="1981200" cy="6096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9499600" y="3992563"/>
            <a:ext cx="1676400" cy="30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trajectory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9347200" y="4724400"/>
            <a:ext cx="1981200" cy="6096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9499600" y="4894263"/>
            <a:ext cx="1676400" cy="30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9423400" y="5727700"/>
            <a:ext cx="209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episode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3700"/>
            <a:ext cx="1097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Computational Storage Design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600" y="2336800"/>
            <a:ext cx="4470400" cy="29464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12800" y="25146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Node 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12000" y="2336800"/>
            <a:ext cx="4470400" cy="294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0" y="25146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Node B</a:t>
            </a:r>
            <a:endParaRPr lang="en-US" sz="1800" dirty="0"/>
          </a:p>
        </p:txBody>
      </p:sp>
      <p:pic>
        <p:nvPicPr>
          <p:cNvPr id="7" name="Image 0" descr="/Users/aakash/Documents/Programming/Learning/EC528/slides-draft/assets/244003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3187700"/>
            <a:ext cx="2387600" cy="13430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3600" y="4724400"/>
            <a:ext cx="238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video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937000" y="3429000"/>
            <a:ext cx="812800" cy="8128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937000" y="3403600"/>
            <a:ext cx="81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736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ƒ</a:t>
            </a:r>
            <a:endParaRPr lang="en-US" sz="4736" dirty="0"/>
          </a:p>
        </p:txBody>
      </p:sp>
      <p:sp>
        <p:nvSpPr>
          <p:cNvPr id="11" name="Shape 8"/>
          <p:cNvSpPr/>
          <p:nvPr/>
        </p:nvSpPr>
        <p:spPr>
          <a:xfrm>
            <a:off x="3365500" y="3835400"/>
            <a:ext cx="469900" cy="0"/>
          </a:xfrm>
          <a:prstGeom prst="line">
            <a:avLst/>
          </a:prstGeom>
          <a:noFill/>
          <a:ln w="22860">
            <a:solidFill>
              <a:srgbClr val="0F62F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013700" y="3479800"/>
            <a:ext cx="2667000" cy="711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166100" y="3668713"/>
            <a:ext cx="236220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metadata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 flipH="1">
            <a:off x="4749800" y="3835400"/>
            <a:ext cx="3263900" cy="0"/>
          </a:xfrm>
          <a:prstGeom prst="line">
            <a:avLst/>
          </a:prstGeom>
          <a:noFill/>
          <a:ln w="22860">
            <a:solidFill>
              <a:srgbClr val="0F62F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34000" y="3136900"/>
            <a:ext cx="1574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fetch missing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3700"/>
            <a:ext cx="1097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Computational Storage Design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22300" y="1092200"/>
            <a:ext cx="1092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5865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proposed system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994400" y="1676400"/>
            <a:ext cx="3911600" cy="1955800"/>
          </a:xfrm>
          <a:prstGeom prst="roundRect">
            <a:avLst>
              <a:gd name="adj" fmla="val 4545"/>
            </a:avLst>
          </a:prstGeom>
          <a:solidFill>
            <a:srgbClr val="FCFDFE"/>
          </a:solidFill>
          <a:ln w="14605">
            <a:solidFill>
              <a:srgbClr val="B4BF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0300" y="1816100"/>
            <a:ext cx="346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Storage node 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94400" y="4089400"/>
            <a:ext cx="3911600" cy="1955800"/>
          </a:xfrm>
          <a:prstGeom prst="roundRect">
            <a:avLst>
              <a:gd name="adj" fmla="val 4545"/>
            </a:avLst>
          </a:prstGeom>
          <a:solidFill>
            <a:srgbClr val="FCFDFE"/>
          </a:solidFill>
          <a:ln w="14605">
            <a:solidFill>
              <a:srgbClr val="B4BF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0300" y="4229100"/>
            <a:ext cx="346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Storage node 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38400" y="3733800"/>
            <a:ext cx="406400" cy="0"/>
          </a:xfrm>
          <a:prstGeom prst="line">
            <a:avLst/>
          </a:prstGeom>
          <a:noFill/>
          <a:ln w="19050">
            <a:solidFill>
              <a:srgbClr val="2C5F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22900" y="3162300"/>
            <a:ext cx="292100" cy="0"/>
          </a:xfrm>
          <a:prstGeom prst="line">
            <a:avLst/>
          </a:prstGeom>
          <a:noFill/>
          <a:ln w="19050">
            <a:solidFill>
              <a:srgbClr val="5B3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5715000" y="2095500"/>
            <a:ext cx="0" cy="1066800"/>
          </a:xfrm>
          <a:prstGeom prst="line">
            <a:avLst/>
          </a:prstGeom>
          <a:noFill/>
          <a:ln w="19050">
            <a:solidFill>
              <a:srgbClr val="5B3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15000" y="2095500"/>
            <a:ext cx="3124200" cy="0"/>
          </a:xfrm>
          <a:prstGeom prst="line">
            <a:avLst/>
          </a:prstGeom>
          <a:noFill/>
          <a:ln w="19050">
            <a:solidFill>
              <a:srgbClr val="5B3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839200" y="2095500"/>
            <a:ext cx="0" cy="152400"/>
          </a:xfrm>
          <a:prstGeom prst="line">
            <a:avLst/>
          </a:prstGeom>
          <a:noFill/>
          <a:ln w="19050">
            <a:solidFill>
              <a:srgbClr val="5B3A9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22900" y="4241800"/>
            <a:ext cx="292100" cy="0"/>
          </a:xfrm>
          <a:prstGeom prst="line">
            <a:avLst/>
          </a:prstGeom>
          <a:noFill/>
          <a:ln w="19050">
            <a:solidFill>
              <a:srgbClr val="5B3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15000" y="4241800"/>
            <a:ext cx="0" cy="1562100"/>
          </a:xfrm>
          <a:prstGeom prst="line">
            <a:avLst/>
          </a:prstGeom>
          <a:noFill/>
          <a:ln w="19050">
            <a:solidFill>
              <a:srgbClr val="5B3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15000" y="5803900"/>
            <a:ext cx="3124200" cy="0"/>
          </a:xfrm>
          <a:prstGeom prst="line">
            <a:avLst/>
          </a:prstGeom>
          <a:noFill/>
          <a:ln w="19050">
            <a:solidFill>
              <a:srgbClr val="5B3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V="1">
            <a:off x="8839200" y="5562600"/>
            <a:ext cx="0" cy="241300"/>
          </a:xfrm>
          <a:prstGeom prst="line">
            <a:avLst/>
          </a:prstGeom>
          <a:noFill/>
          <a:ln w="19050">
            <a:solidFill>
              <a:srgbClr val="5B3A9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70800" y="2692400"/>
            <a:ext cx="279400" cy="0"/>
          </a:xfrm>
          <a:prstGeom prst="line">
            <a:avLst/>
          </a:prstGeom>
          <a:noFill/>
          <a:ln w="17780">
            <a:solidFill>
              <a:srgbClr val="4A58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70800" y="5105400"/>
            <a:ext cx="279400" cy="0"/>
          </a:xfrm>
          <a:prstGeom prst="line">
            <a:avLst/>
          </a:prstGeom>
          <a:noFill/>
          <a:ln w="17780">
            <a:solidFill>
              <a:srgbClr val="4A58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34200" y="3149600"/>
            <a:ext cx="0" cy="685800"/>
          </a:xfrm>
          <a:prstGeom prst="line">
            <a:avLst/>
          </a:prstGeom>
          <a:noFill/>
          <a:ln w="19050">
            <a:solidFill>
              <a:srgbClr val="9C651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34200" y="3835400"/>
            <a:ext cx="876300" cy="0"/>
          </a:xfrm>
          <a:prstGeom prst="line">
            <a:avLst/>
          </a:prstGeom>
          <a:noFill/>
          <a:ln w="19050">
            <a:solidFill>
              <a:srgbClr val="9C651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810500" y="3835400"/>
            <a:ext cx="0" cy="1270000"/>
          </a:xfrm>
          <a:prstGeom prst="line">
            <a:avLst/>
          </a:prstGeom>
          <a:noFill/>
          <a:ln w="19050">
            <a:solidFill>
              <a:srgbClr val="9C651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810500" y="5105400"/>
            <a:ext cx="139700" cy="0"/>
          </a:xfrm>
          <a:prstGeom prst="line">
            <a:avLst/>
          </a:prstGeom>
          <a:noFill/>
          <a:ln w="19050">
            <a:solidFill>
              <a:srgbClr val="9C651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26400" y="3695700"/>
            <a:ext cx="22479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C65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dependency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715500" y="2692400"/>
            <a:ext cx="469900" cy="0"/>
          </a:xfrm>
          <a:prstGeom prst="line">
            <a:avLst/>
          </a:prstGeom>
          <a:noFill/>
          <a:ln w="19050">
            <a:solidFill>
              <a:srgbClr val="1F7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185400" y="2692400"/>
            <a:ext cx="0" cy="723900"/>
          </a:xfrm>
          <a:prstGeom prst="line">
            <a:avLst/>
          </a:prstGeom>
          <a:noFill/>
          <a:ln w="19050">
            <a:solidFill>
              <a:srgbClr val="1F7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185400" y="3416300"/>
            <a:ext cx="254000" cy="0"/>
          </a:xfrm>
          <a:prstGeom prst="line">
            <a:avLst/>
          </a:prstGeom>
          <a:noFill/>
          <a:ln w="19050">
            <a:solidFill>
              <a:srgbClr val="1F7A6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715500" y="5308600"/>
            <a:ext cx="469900" cy="0"/>
          </a:xfrm>
          <a:prstGeom prst="line">
            <a:avLst/>
          </a:prstGeom>
          <a:noFill/>
          <a:ln w="19050">
            <a:solidFill>
              <a:srgbClr val="1F7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10185400" y="4140200"/>
            <a:ext cx="0" cy="1168400"/>
          </a:xfrm>
          <a:prstGeom prst="line">
            <a:avLst/>
          </a:prstGeom>
          <a:noFill/>
          <a:ln w="19050">
            <a:solidFill>
              <a:srgbClr val="1F7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185400" y="4140200"/>
            <a:ext cx="254000" cy="0"/>
          </a:xfrm>
          <a:prstGeom prst="line">
            <a:avLst/>
          </a:prstGeom>
          <a:noFill/>
          <a:ln w="19050">
            <a:solidFill>
              <a:srgbClr val="1F7A6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112500" y="4394200"/>
            <a:ext cx="0" cy="1968500"/>
          </a:xfrm>
          <a:prstGeom prst="line">
            <a:avLst/>
          </a:prstGeom>
          <a:noFill/>
          <a:ln w="16510">
            <a:solidFill>
              <a:srgbClr val="2C5F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flipH="1">
            <a:off x="1422400" y="6362700"/>
            <a:ext cx="9690100" cy="0"/>
          </a:xfrm>
          <a:prstGeom prst="line">
            <a:avLst/>
          </a:prstGeom>
          <a:noFill/>
          <a:ln w="16510">
            <a:solidFill>
              <a:srgbClr val="2C5F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 flipV="1">
            <a:off x="1422400" y="4368800"/>
            <a:ext cx="0" cy="1993900"/>
          </a:xfrm>
          <a:prstGeom prst="line">
            <a:avLst/>
          </a:prstGeom>
          <a:noFill/>
          <a:ln w="16510">
            <a:solidFill>
              <a:srgbClr val="2C5F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40200" y="6083300"/>
            <a:ext cx="394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2C5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results or output locations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06400" y="3086100"/>
            <a:ext cx="2032000" cy="1282700"/>
          </a:xfrm>
          <a:prstGeom prst="roundRect">
            <a:avLst>
              <a:gd name="adj" fmla="val 6931"/>
            </a:avLst>
          </a:prstGeom>
          <a:solidFill>
            <a:srgbClr val="E8F0F7"/>
          </a:solidFill>
          <a:ln w="15240">
            <a:solidFill>
              <a:srgbClr val="2C5F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8800" y="32639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58800" y="3733800"/>
            <a:ext cx="1727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function, inputs,</a:t>
            </a:r>
            <a:endParaRPr lang="en-US" sz="13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dependencies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2844800" y="2794000"/>
            <a:ext cx="2578100" cy="1879600"/>
          </a:xfrm>
          <a:prstGeom prst="roundRect">
            <a:avLst>
              <a:gd name="adj" fmla="val 4730"/>
            </a:avLst>
          </a:prstGeom>
          <a:solidFill>
            <a:srgbClr val="F3EFFA"/>
          </a:solidFill>
          <a:ln w="15240">
            <a:solidFill>
              <a:srgbClr val="5B3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035300" y="3035300"/>
            <a:ext cx="2209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Placement and</a:t>
            </a:r>
            <a:endParaRPr lang="en-US" sz="15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execution coordinator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3022600" y="3746500"/>
            <a:ext cx="22352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Colocate related inputs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Otherwise, pick node with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fewest missing bytes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97600" y="2247900"/>
            <a:ext cx="1473200" cy="901700"/>
          </a:xfrm>
          <a:prstGeom prst="can">
            <a:avLst>
              <a:gd name="adj" fmla="val 9859"/>
            </a:avLst>
          </a:prstGeom>
          <a:solidFill>
            <a:srgbClr val="EEF1F4"/>
          </a:solidFill>
          <a:ln w="15240">
            <a:solidFill>
              <a:srgbClr val="4A5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61100" y="2451100"/>
            <a:ext cx="1346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Stored inputs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73800" y="2730500"/>
            <a:ext cx="132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dependencies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950200" y="2247900"/>
            <a:ext cx="1765300" cy="901700"/>
          </a:xfrm>
          <a:prstGeom prst="roundRect">
            <a:avLst>
              <a:gd name="adj" fmla="val 9859"/>
            </a:avLst>
          </a:prstGeom>
          <a:solidFill>
            <a:srgbClr val="E3F2EF"/>
          </a:solidFill>
          <a:ln w="15240">
            <a:solidFill>
              <a:srgbClr val="1F7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039100" y="2362200"/>
            <a:ext cx="158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Preprocessing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worker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026400" y="2882900"/>
            <a:ext cx="161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fully local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197600" y="4660900"/>
            <a:ext cx="1473200" cy="901700"/>
          </a:xfrm>
          <a:prstGeom prst="can">
            <a:avLst>
              <a:gd name="adj" fmla="val 9859"/>
            </a:avLst>
          </a:prstGeom>
          <a:solidFill>
            <a:srgbClr val="EEF1F4"/>
          </a:solidFill>
          <a:ln w="15240">
            <a:solidFill>
              <a:srgbClr val="4A5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61100" y="4864100"/>
            <a:ext cx="1346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Stored inputs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273800" y="5143500"/>
            <a:ext cx="132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dependency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950200" y="4660900"/>
            <a:ext cx="1765300" cy="901700"/>
          </a:xfrm>
          <a:prstGeom prst="roundRect">
            <a:avLst>
              <a:gd name="adj" fmla="val 9859"/>
            </a:avLst>
          </a:prstGeom>
          <a:solidFill>
            <a:srgbClr val="E3F2EF"/>
          </a:solidFill>
          <a:ln w="15240">
            <a:solidFill>
              <a:srgbClr val="1F7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039100" y="4775200"/>
            <a:ext cx="158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Preprocessing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worker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026400" y="5295900"/>
            <a:ext cx="161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fetches what is missing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10439400" y="3098800"/>
            <a:ext cx="1346200" cy="1295400"/>
          </a:xfrm>
          <a:prstGeom prst="can">
            <a:avLst>
              <a:gd name="adj" fmla="val 6863"/>
            </a:avLst>
          </a:prstGeom>
          <a:solidFill>
            <a:srgbClr val="FBF0E0"/>
          </a:solidFill>
          <a:ln w="15240">
            <a:solidFill>
              <a:srgbClr val="9C65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553700" y="3479800"/>
            <a:ext cx="111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Processed</a:t>
            </a:r>
            <a:endParaRPr lang="en-US" sz="16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outputs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3700"/>
            <a:ext cx="1097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Benchmarks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80000" y="1828800"/>
            <a:ext cx="303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Separate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585200" y="1828800"/>
            <a:ext cx="299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Combined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09600" y="2527300"/>
            <a:ext cx="10972800" cy="0"/>
          </a:xfrm>
          <a:prstGeom prst="line">
            <a:avLst/>
          </a:prstGeom>
          <a:noFill/>
          <a:ln w="1397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9600" y="3098800"/>
            <a:ext cx="4165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Raw DROID → RLDS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321300" y="2819400"/>
            <a:ext cx="914400" cy="1028700"/>
          </a:xfrm>
          <a:prstGeom prst="rect">
            <a:avLst/>
          </a:prstGeom>
          <a:solidFill>
            <a:srgbClr val="FFFFFF"/>
          </a:solidFill>
          <a:ln w="14605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35800" y="2819400"/>
            <a:ext cx="914400" cy="1028700"/>
          </a:xfrm>
          <a:prstGeom prst="rect">
            <a:avLst/>
          </a:prstGeom>
          <a:solidFill>
            <a:srgbClr val="FFFFFF"/>
          </a:solidFill>
          <a:ln w="14605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75300" y="3111500"/>
            <a:ext cx="406400" cy="93133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75300" y="3268133"/>
            <a:ext cx="406400" cy="93133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75300" y="3424767"/>
            <a:ext cx="406400" cy="93133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251700" y="3060700"/>
            <a:ext cx="546100" cy="5461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51700" y="3035300"/>
            <a:ext cx="5461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182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ƒ</a:t>
            </a:r>
            <a:endParaRPr lang="en-US" sz="3182" dirty="0"/>
          </a:p>
        </p:txBody>
      </p:sp>
      <p:sp>
        <p:nvSpPr>
          <p:cNvPr id="14" name="Shape 12"/>
          <p:cNvSpPr/>
          <p:nvPr/>
        </p:nvSpPr>
        <p:spPr>
          <a:xfrm>
            <a:off x="6375400" y="3340100"/>
            <a:ext cx="5080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40800" y="2819400"/>
            <a:ext cx="2286000" cy="10287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07500" y="3111500"/>
            <a:ext cx="431800" cy="93133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07500" y="3268133"/>
            <a:ext cx="431800" cy="93133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207500" y="3424767"/>
            <a:ext cx="431800" cy="93133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388600" y="3060700"/>
            <a:ext cx="546100" cy="5461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388600" y="3035300"/>
            <a:ext cx="5461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182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ƒ</a:t>
            </a:r>
            <a:endParaRPr lang="en-US" sz="3182" dirty="0"/>
          </a:p>
        </p:txBody>
      </p:sp>
      <p:sp>
        <p:nvSpPr>
          <p:cNvPr id="21" name="Shape 19"/>
          <p:cNvSpPr/>
          <p:nvPr/>
        </p:nvSpPr>
        <p:spPr>
          <a:xfrm>
            <a:off x="9817100" y="3340100"/>
            <a:ext cx="444500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9600" y="4381500"/>
            <a:ext cx="10972800" cy="0"/>
          </a:xfrm>
          <a:prstGeom prst="line">
            <a:avLst/>
          </a:prstGeom>
          <a:noFill/>
          <a:ln w="1397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9600" y="4953000"/>
            <a:ext cx="4165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RLDS → LeRobot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321300" y="4673600"/>
            <a:ext cx="914400" cy="1028700"/>
          </a:xfrm>
          <a:prstGeom prst="rect">
            <a:avLst/>
          </a:prstGeom>
          <a:solidFill>
            <a:srgbClr val="FFFFFF"/>
          </a:solidFill>
          <a:ln w="14605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35800" y="4673600"/>
            <a:ext cx="914400" cy="1028700"/>
          </a:xfrm>
          <a:prstGeom prst="rect">
            <a:avLst/>
          </a:prstGeom>
          <a:solidFill>
            <a:srgbClr val="FFFFFF"/>
          </a:solidFill>
          <a:ln w="14605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75300" y="4965700"/>
            <a:ext cx="406400" cy="93133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575300" y="5122333"/>
            <a:ext cx="406400" cy="93133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75300" y="5278967"/>
            <a:ext cx="406400" cy="93133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51700" y="4914900"/>
            <a:ext cx="546100" cy="5461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51700" y="4889500"/>
            <a:ext cx="5461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182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ƒ</a:t>
            </a:r>
            <a:endParaRPr lang="en-US" sz="3182" dirty="0"/>
          </a:p>
        </p:txBody>
      </p:sp>
      <p:sp>
        <p:nvSpPr>
          <p:cNvPr id="31" name="Shape 29"/>
          <p:cNvSpPr/>
          <p:nvPr/>
        </p:nvSpPr>
        <p:spPr>
          <a:xfrm>
            <a:off x="6375400" y="5194300"/>
            <a:ext cx="5080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940800" y="4673600"/>
            <a:ext cx="2286000" cy="10287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207500" y="4965700"/>
            <a:ext cx="431800" cy="93133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207500" y="5122333"/>
            <a:ext cx="431800" cy="93133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207500" y="5278967"/>
            <a:ext cx="431800" cy="93133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388600" y="4914900"/>
            <a:ext cx="546100" cy="5461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388600" y="4889500"/>
            <a:ext cx="5461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182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ƒ</a:t>
            </a:r>
            <a:endParaRPr lang="en-US" sz="3182" dirty="0"/>
          </a:p>
        </p:txBody>
      </p:sp>
      <p:sp>
        <p:nvSpPr>
          <p:cNvPr id="38" name="Shape 36"/>
          <p:cNvSpPr/>
          <p:nvPr/>
        </p:nvSpPr>
        <p:spPr>
          <a:xfrm>
            <a:off x="9817100" y="5194300"/>
            <a:ext cx="444500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9600" y="6235700"/>
            <a:ext cx="10972800" cy="0"/>
          </a:xfrm>
          <a:prstGeom prst="line">
            <a:avLst/>
          </a:prstGeom>
          <a:noFill/>
          <a:ln w="1397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3700"/>
            <a:ext cx="1097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Benchmarks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600" y="2171700"/>
            <a:ext cx="514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NETWORK BYTES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2870200"/>
            <a:ext cx="5194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1.7 TB → 400 GB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6100" y="3594100"/>
            <a:ext cx="5321300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300" dirty="0">
                <a:solidFill>
                  <a:srgbClr val="0F62FE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≈ −70%</a:t>
            </a:r>
            <a:endParaRPr lang="en-US" sz="7300" dirty="0"/>
          </a:p>
        </p:txBody>
      </p:sp>
      <p:sp>
        <p:nvSpPr>
          <p:cNvPr id="6" name="Text 4"/>
          <p:cNvSpPr/>
          <p:nvPr/>
        </p:nvSpPr>
        <p:spPr>
          <a:xfrm>
            <a:off x="609600" y="5092700"/>
            <a:ext cx="5194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dirty="0">
                <a:solidFill>
                  <a:srgbClr val="171B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reduction goal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350000" y="2171700"/>
            <a:ext cx="0" cy="3467100"/>
          </a:xfrm>
          <a:prstGeom prst="line">
            <a:avLst/>
          </a:prstGeom>
          <a:noFill/>
          <a:ln w="127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85000" y="226060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WALL 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85000" y="2819400"/>
            <a:ext cx="459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≤ baseline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985000" y="429260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85000" y="4851400"/>
            <a:ext cx="4597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Equivalent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3700"/>
            <a:ext cx="1097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Benchmarks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209800" y="4089400"/>
            <a:ext cx="7772400" cy="0"/>
          </a:xfrm>
          <a:prstGeom prst="line">
            <a:avLst/>
          </a:prstGeom>
          <a:noFill/>
          <a:ln w="254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12800" y="2705100"/>
            <a:ext cx="279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21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300" y="3429000"/>
            <a:ext cx="2921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Demo 2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133600" y="4013200"/>
            <a:ext cx="152400" cy="15240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09800" y="4254500"/>
            <a:ext cx="0" cy="190500"/>
          </a:xfrm>
          <a:prstGeom prst="line">
            <a:avLst/>
          </a:prstGeom>
          <a:noFill/>
          <a:ln w="1524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9600" y="4749800"/>
            <a:ext cx="32004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Working conversion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99000" y="2705100"/>
            <a:ext cx="279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35500" y="3429000"/>
            <a:ext cx="2921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Demo 3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019800" y="4013200"/>
            <a:ext cx="152400" cy="15240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96000" y="4254500"/>
            <a:ext cx="0" cy="190500"/>
          </a:xfrm>
          <a:prstGeom prst="line">
            <a:avLst/>
          </a:prstGeom>
          <a:noFill/>
          <a:ln w="1524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95800" y="4749800"/>
            <a:ext cx="32004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Locality-aware execution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85200" y="2705100"/>
            <a:ext cx="279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09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521700" y="3429000"/>
            <a:ext cx="2921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Final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906000" y="4013200"/>
            <a:ext cx="152400" cy="15240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982200" y="4254500"/>
            <a:ext cx="0" cy="190500"/>
          </a:xfrm>
          <a:prstGeom prst="line">
            <a:avLst/>
          </a:prstGeom>
          <a:noFill/>
          <a:ln w="1524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82000" y="4749800"/>
            <a:ext cx="32004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Both workloads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3700"/>
            <a:ext cx="1097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Possible Challenges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343400" y="2209800"/>
            <a:ext cx="0" cy="3797300"/>
          </a:xfrm>
          <a:prstGeom prst="line">
            <a:avLst/>
          </a:prstGeom>
          <a:noFill/>
          <a:ln w="127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02600" y="2209800"/>
            <a:ext cx="0" cy="3797300"/>
          </a:xfrm>
          <a:prstGeom prst="line">
            <a:avLst/>
          </a:prstGeom>
          <a:noFill/>
          <a:ln w="1270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2209800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PHYSICAL LOCALITY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48200" y="2209800"/>
            <a:ext cx="316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ARITHMETIC INTENSITY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07400" y="22098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STRAGGLER NODES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5500" y="3035300"/>
            <a:ext cx="1676400" cy="1574800"/>
          </a:xfrm>
          <a:prstGeom prst="roundRect">
            <a:avLst>
              <a:gd name="adj" fmla="val 5645"/>
            </a:avLst>
          </a:prstGeom>
          <a:solidFill>
            <a:srgbClr val="EAF1FF"/>
          </a:solidFill>
          <a:ln w="1524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3300" y="3175000"/>
            <a:ext cx="419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28700" y="3632200"/>
            <a:ext cx="1270000" cy="2032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28700" y="4013200"/>
            <a:ext cx="1270000" cy="2032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36900" y="3314700"/>
            <a:ext cx="838200" cy="1016000"/>
          </a:xfrm>
          <a:prstGeom prst="roundRect">
            <a:avLst>
              <a:gd name="adj" fmla="val 10606"/>
            </a:avLst>
          </a:prstGeom>
          <a:solidFill>
            <a:srgbClr val="F3F5F8"/>
          </a:solidFill>
          <a:ln w="15240">
            <a:solidFill>
              <a:srgbClr val="C7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02000" y="3429000"/>
            <a:ext cx="482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89300" y="3924300"/>
            <a:ext cx="520700" cy="1905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H="1">
            <a:off x="2565400" y="4025900"/>
            <a:ext cx="533400" cy="0"/>
          </a:xfrm>
          <a:prstGeom prst="line">
            <a:avLst/>
          </a:prstGeom>
          <a:noFill/>
          <a:ln w="21590">
            <a:solidFill>
              <a:srgbClr val="0F62F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9600" y="5308600"/>
            <a:ext cx="34163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Place dependent</a:t>
            </a:r>
            <a:endParaRPr lang="en-US" sz="2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3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 together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4673600" y="3530600"/>
            <a:ext cx="393700" cy="131233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73600" y="3725333"/>
            <a:ext cx="393700" cy="131233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73600" y="3920067"/>
            <a:ext cx="393700" cy="131233"/>
          </a:xfrm>
          <a:prstGeom prst="rect">
            <a:avLst/>
          </a:prstGeom>
          <a:solidFill>
            <a:srgbClr val="171B21"/>
          </a:solidFill>
          <a:ln w="12700">
            <a:solidFill>
              <a:srgbClr val="171B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00700" y="3162300"/>
            <a:ext cx="1155700" cy="11557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0" y="3365500"/>
            <a:ext cx="1143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56400" y="3365500"/>
            <a:ext cx="1143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03900" y="3048000"/>
            <a:ext cx="0" cy="11430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03900" y="4318000"/>
            <a:ext cx="0" cy="11430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0" y="3594100"/>
            <a:ext cx="1143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56400" y="3594100"/>
            <a:ext cx="1143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2500" y="3048000"/>
            <a:ext cx="0" cy="11430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32500" y="4318000"/>
            <a:ext cx="0" cy="11430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0" y="3822700"/>
            <a:ext cx="1143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56400" y="3822700"/>
            <a:ext cx="1143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61100" y="3048000"/>
            <a:ext cx="0" cy="11430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61100" y="4318000"/>
            <a:ext cx="0" cy="11430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0" y="4051300"/>
            <a:ext cx="1143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756400" y="4051300"/>
            <a:ext cx="114300" cy="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89700" y="3048000"/>
            <a:ext cx="0" cy="11430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89700" y="4318000"/>
            <a:ext cx="0" cy="114300"/>
          </a:xfrm>
          <a:prstGeom prst="line">
            <a:avLst/>
          </a:prstGeom>
          <a:noFill/>
          <a:ln w="20320">
            <a:solidFill>
              <a:srgbClr val="586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702300" y="3225800"/>
            <a:ext cx="9525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ƒ</a:t>
            </a:r>
            <a:endParaRPr lang="en-US" sz="5500" dirty="0"/>
          </a:p>
        </p:txBody>
      </p:sp>
      <p:sp>
        <p:nvSpPr>
          <p:cNvPr id="38" name="Shape 36"/>
          <p:cNvSpPr/>
          <p:nvPr/>
        </p:nvSpPr>
        <p:spPr>
          <a:xfrm>
            <a:off x="5181600" y="3759200"/>
            <a:ext cx="228600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959600" y="3759200"/>
            <a:ext cx="279400" cy="0"/>
          </a:xfrm>
          <a:prstGeom prst="line">
            <a:avLst/>
          </a:prstGeom>
          <a:noFill/>
          <a:ln w="20320">
            <a:solidFill>
              <a:srgbClr val="0F62F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391400" y="3632200"/>
            <a:ext cx="279400" cy="2794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48200" y="5308600"/>
            <a:ext cx="3136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Keep operations</a:t>
            </a:r>
            <a:endParaRPr lang="en-US" sz="2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3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lightweight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8420100" y="318770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940800" y="3213100"/>
            <a:ext cx="292100" cy="254000"/>
          </a:xfrm>
          <a:prstGeom prst="rect">
            <a:avLst/>
          </a:prstGeom>
          <a:solidFill>
            <a:srgbClr val="C7D1DC"/>
          </a:solidFill>
          <a:ln w="12700">
            <a:solidFill>
              <a:srgbClr val="C7D1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347200" y="3213100"/>
            <a:ext cx="292100" cy="254000"/>
          </a:xfrm>
          <a:prstGeom prst="rect">
            <a:avLst/>
          </a:prstGeom>
          <a:solidFill>
            <a:srgbClr val="C7D1DC"/>
          </a:solidFill>
          <a:ln w="12700">
            <a:solidFill>
              <a:srgbClr val="C7D1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753600" y="3213100"/>
            <a:ext cx="292100" cy="254000"/>
          </a:xfrm>
          <a:prstGeom prst="rect">
            <a:avLst/>
          </a:prstGeom>
          <a:solidFill>
            <a:srgbClr val="C7D1DC"/>
          </a:solidFill>
          <a:ln w="12700">
            <a:solidFill>
              <a:srgbClr val="C7D1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420100" y="373380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940800" y="3759200"/>
            <a:ext cx="292100" cy="254000"/>
          </a:xfrm>
          <a:prstGeom prst="rect">
            <a:avLst/>
          </a:prstGeom>
          <a:solidFill>
            <a:srgbClr val="C7D1DC"/>
          </a:solidFill>
          <a:ln w="12700">
            <a:solidFill>
              <a:srgbClr val="C7D1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347200" y="3759200"/>
            <a:ext cx="292100" cy="254000"/>
          </a:xfrm>
          <a:prstGeom prst="rect">
            <a:avLst/>
          </a:prstGeom>
          <a:solidFill>
            <a:srgbClr val="C7D1DC"/>
          </a:solidFill>
          <a:ln w="12700">
            <a:solidFill>
              <a:srgbClr val="C7D1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753600" y="3759200"/>
            <a:ext cx="292100" cy="254000"/>
          </a:xfrm>
          <a:prstGeom prst="rect">
            <a:avLst/>
          </a:prstGeom>
          <a:solidFill>
            <a:srgbClr val="C7D1DC"/>
          </a:solidFill>
          <a:ln w="12700">
            <a:solidFill>
              <a:srgbClr val="C7D1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420100" y="427990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71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940800" y="4305300"/>
            <a:ext cx="292100" cy="254000"/>
          </a:xfrm>
          <a:prstGeom prst="rect">
            <a:avLst/>
          </a:prstGeom>
          <a:solidFill>
            <a:srgbClr val="C7D1DC"/>
          </a:solidFill>
          <a:ln w="12700">
            <a:solidFill>
              <a:srgbClr val="C7D1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347200" y="4305300"/>
            <a:ext cx="292100" cy="254000"/>
          </a:xfrm>
          <a:prstGeom prst="rect">
            <a:avLst/>
          </a:prstGeom>
          <a:solidFill>
            <a:srgbClr val="C7D1DC"/>
          </a:solidFill>
          <a:ln w="12700">
            <a:solidFill>
              <a:srgbClr val="C7D1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753600" y="4305300"/>
            <a:ext cx="292100" cy="254000"/>
          </a:xfrm>
          <a:prstGeom prst="rect">
            <a:avLst/>
          </a:prstGeom>
          <a:solidFill>
            <a:srgbClr val="C7D1DC"/>
          </a:solidFill>
          <a:ln w="12700">
            <a:solidFill>
              <a:srgbClr val="C7D1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0160000" y="4305300"/>
            <a:ext cx="292100" cy="2540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0566400" y="4305300"/>
            <a:ext cx="292100" cy="2540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0972800" y="4305300"/>
            <a:ext cx="292100" cy="2540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407400" y="5308600"/>
            <a:ext cx="3175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Balance work</a:t>
            </a:r>
            <a:endParaRPr lang="en-US" sz="2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300" dirty="0">
                <a:solidFill>
                  <a:srgbClr val="171B2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across nodes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2649</Words>
  <Application>Microsoft Macintosh PowerPoint</Application>
  <PresentationFormat>Widescreen</PresentationFormat>
  <Paragraphs>179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IBM Plex Mono</vt:lpstr>
      <vt:lpstr>IBM Plex Sans</vt:lpstr>
      <vt:lpstr>IBM Plex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EC528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Storage — Draft</dc:title>
  <dc:subject>Computational storage design proposal</dc:subject>
  <dc:creator>EC528 project team</dc:creator>
  <cp:lastModifiedBy>Kumar, Aakash</cp:lastModifiedBy>
  <cp:revision>1</cp:revision>
  <dcterms:created xsi:type="dcterms:W3CDTF">2026-09-23T12:00:07Z</dcterms:created>
  <dcterms:modified xsi:type="dcterms:W3CDTF">2026-09-23T12:01:13Z</dcterms:modified>
</cp:coreProperties>
</file>